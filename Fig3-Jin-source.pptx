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9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365"/>
    <a:srgbClr val="AFE4FF"/>
    <a:srgbClr val="9FD6EF"/>
    <a:srgbClr val="3A19FF"/>
    <a:srgbClr val="907DFF"/>
    <a:srgbClr val="FFFF00"/>
    <a:srgbClr val="FFE38B"/>
    <a:srgbClr val="F9B859"/>
    <a:srgbClr val="166284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F9922-BC24-4B77-854D-4ECDA931EC02}" v="40" dt="2025-08-05T04:56:3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3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1422-0C2E-42D7-924E-F365B5A34ABC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F34F1-DEEA-42FB-94CF-D519BE2E3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9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55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2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9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0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1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5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0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6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53AF-CD6D-418E-B451-BA3CFECC6915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개체 21">
            <a:extLst>
              <a:ext uri="{FF2B5EF4-FFF2-40B4-BE49-F238E27FC236}">
                <a16:creationId xmlns:a16="http://schemas.microsoft.com/office/drawing/2014/main" id="{9B932EBC-BE98-DEB4-B20E-D2E162841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690565"/>
              </p:ext>
            </p:extLst>
          </p:nvPr>
        </p:nvGraphicFramePr>
        <p:xfrm>
          <a:off x="684633" y="3171301"/>
          <a:ext cx="1825761" cy="961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510977" imgH="3429000" progId="Origin50.Graph">
                  <p:embed/>
                </p:oleObj>
              </mc:Choice>
              <mc:Fallback>
                <p:oleObj name="Graph" r:id="rId2" imgW="6510977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4633" y="3171301"/>
                        <a:ext cx="1825761" cy="961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개체 20">
            <a:extLst>
              <a:ext uri="{FF2B5EF4-FFF2-40B4-BE49-F238E27FC236}">
                <a16:creationId xmlns:a16="http://schemas.microsoft.com/office/drawing/2014/main" id="{A25E9AFC-6346-36F5-83D8-68949C6A3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601741"/>
              </p:ext>
            </p:extLst>
          </p:nvPr>
        </p:nvGraphicFramePr>
        <p:xfrm>
          <a:off x="2340771" y="3120964"/>
          <a:ext cx="814542" cy="814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430915" imgH="3429000" progId="Origin50.Graph">
                  <p:embed/>
                </p:oleObj>
              </mc:Choice>
              <mc:Fallback>
                <p:oleObj name="Graph" r:id="rId4" imgW="3430915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40771" y="3120964"/>
                        <a:ext cx="814542" cy="814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45DCE902-A050-7E69-600D-ADDFB21A3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688295"/>
              </p:ext>
            </p:extLst>
          </p:nvPr>
        </p:nvGraphicFramePr>
        <p:xfrm>
          <a:off x="1826710" y="2259173"/>
          <a:ext cx="1368826" cy="966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6842908" imgH="4833106" progId="Origin50.Graph">
                  <p:embed/>
                </p:oleObj>
              </mc:Choice>
              <mc:Fallback>
                <p:oleObj name="Graph" r:id="rId6" imgW="6842908" imgH="483310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26710" y="2259173"/>
                        <a:ext cx="1368826" cy="966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BB03A6A1-3821-096C-9A54-669D85ABAA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881266"/>
              </p:ext>
            </p:extLst>
          </p:nvPr>
        </p:nvGraphicFramePr>
        <p:xfrm>
          <a:off x="737074" y="2270261"/>
          <a:ext cx="1368826" cy="961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4722409" imgH="3317966" progId="Origin50.Graph">
                  <p:embed/>
                </p:oleObj>
              </mc:Choice>
              <mc:Fallback>
                <p:oleObj name="Graph" r:id="rId8" imgW="4722409" imgH="331796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7074" y="2270261"/>
                        <a:ext cx="1368826" cy="961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E802A9-74FD-7888-C9ED-71EE57D06572}"/>
              </a:ext>
            </a:extLst>
          </p:cNvPr>
          <p:cNvSpPr txBox="1"/>
          <p:nvPr/>
        </p:nvSpPr>
        <p:spPr>
          <a:xfrm>
            <a:off x="660818" y="220260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1AD86-F09B-F4D0-5449-FA9C0A6D6076}"/>
              </a:ext>
            </a:extLst>
          </p:cNvPr>
          <p:cNvSpPr txBox="1"/>
          <p:nvPr/>
        </p:nvSpPr>
        <p:spPr>
          <a:xfrm>
            <a:off x="1881598" y="2202603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363D0B1-0782-3520-6E98-B6BAB3747122}"/>
              </a:ext>
            </a:extLst>
          </p:cNvPr>
          <p:cNvSpPr/>
          <p:nvPr/>
        </p:nvSpPr>
        <p:spPr>
          <a:xfrm rot="19517270">
            <a:off x="2609536" y="2534106"/>
            <a:ext cx="534272" cy="457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DA753-FFBE-F96B-E11F-E53FC4E95043}"/>
              </a:ext>
            </a:extLst>
          </p:cNvPr>
          <p:cNvSpPr txBox="1"/>
          <p:nvPr/>
        </p:nvSpPr>
        <p:spPr>
          <a:xfrm>
            <a:off x="2231866" y="2653736"/>
            <a:ext cx="814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ECB351-78D9-14B2-F483-81AF4E01F1E3}"/>
              </a:ext>
            </a:extLst>
          </p:cNvPr>
          <p:cNvSpPr txBox="1"/>
          <p:nvPr/>
        </p:nvSpPr>
        <p:spPr>
          <a:xfrm>
            <a:off x="660818" y="3135397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A47ABE-95C0-677B-CB4E-DB6643E6FF7F}"/>
              </a:ext>
            </a:extLst>
          </p:cNvPr>
          <p:cNvSpPr/>
          <p:nvPr/>
        </p:nvSpPr>
        <p:spPr>
          <a:xfrm>
            <a:off x="2012949" y="3663950"/>
            <a:ext cx="238665" cy="24225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28E910E-B2B4-A2E9-7351-CA30BE9DE009}"/>
              </a:ext>
            </a:extLst>
          </p:cNvPr>
          <p:cNvCxnSpPr>
            <a:cxnSpLocks/>
          </p:cNvCxnSpPr>
          <p:nvPr/>
        </p:nvCxnSpPr>
        <p:spPr>
          <a:xfrm flipV="1">
            <a:off x="2251614" y="3295650"/>
            <a:ext cx="234411" cy="36830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C106F22-67FA-AE1F-0DC2-529C21D90753}"/>
              </a:ext>
            </a:extLst>
          </p:cNvPr>
          <p:cNvCxnSpPr>
            <a:cxnSpLocks/>
          </p:cNvCxnSpPr>
          <p:nvPr/>
        </p:nvCxnSpPr>
        <p:spPr>
          <a:xfrm flipV="1">
            <a:off x="2251614" y="3867346"/>
            <a:ext cx="234411" cy="38863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0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Arial Nova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4152</TotalTime>
  <Words>23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Arial Nova</vt:lpstr>
      <vt:lpstr>Office 테마</vt:lpstr>
      <vt:lpstr>Graph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MYUNG JIN</dc:creator>
  <cp:lastModifiedBy>MYUNG JIN</cp:lastModifiedBy>
  <cp:revision>45</cp:revision>
  <dcterms:created xsi:type="dcterms:W3CDTF">2024-12-18T11:05:27Z</dcterms:created>
  <dcterms:modified xsi:type="dcterms:W3CDTF">2026-07-02T22:50:06Z</dcterms:modified>
</cp:coreProperties>
</file>