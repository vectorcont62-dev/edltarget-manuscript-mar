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9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3.png"/><Relationship Id="rId3" Type="http://schemas.openxmlformats.org/officeDocument/2006/relationships/image" Target="../media/image1.emf"/><Relationship Id="rId21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5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24" Type="http://schemas.openxmlformats.org/officeDocument/2006/relationships/image" Target="../media/image8.png"/><Relationship Id="rId15" Type="http://schemas.openxmlformats.org/officeDocument/2006/relationships/image" Target="../media/image14.png"/><Relationship Id="rId23" Type="http://schemas.openxmlformats.org/officeDocument/2006/relationships/image" Target="../media/image7.png"/><Relationship Id="rId10" Type="http://schemas.openxmlformats.org/officeDocument/2006/relationships/image" Target="../media/image9.png"/><Relationship Id="rId19" Type="http://schemas.openxmlformats.org/officeDocument/2006/relationships/image" Target="../media/image30.png"/><Relationship Id="rId14" Type="http://schemas.openxmlformats.org/officeDocument/2006/relationships/image" Target="../media/image13.png"/><Relationship Id="rId2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0389-0286-AD07-3578-27EE8F93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059A9E34-AACA-66D2-4637-275D40D28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93512"/>
              </p:ext>
            </p:extLst>
          </p:nvPr>
        </p:nvGraphicFramePr>
        <p:xfrm>
          <a:off x="2048591" y="2569534"/>
          <a:ext cx="1147442" cy="554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1817568" imgH="1244237" progId="Origin50.Graph">
                  <p:embed/>
                </p:oleObj>
              </mc:Choice>
              <mc:Fallback>
                <p:oleObj name="Graph" r:id="rId2" imgW="1817568" imgH="1244237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32DB6798-4516-1212-D064-B5BCCDF48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8591" y="2569534"/>
                        <a:ext cx="1147442" cy="554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13BAB7FF-14AF-413C-3453-C51142874F93}"/>
              </a:ext>
            </a:extLst>
          </p:cNvPr>
          <p:cNvGrpSpPr/>
          <p:nvPr/>
        </p:nvGrpSpPr>
        <p:grpSpPr>
          <a:xfrm>
            <a:off x="1100330" y="2944993"/>
            <a:ext cx="2642995" cy="919688"/>
            <a:chOff x="1100330" y="2383018"/>
            <a:chExt cx="2642995" cy="919688"/>
          </a:xfrm>
        </p:grpSpPr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C3BE488E-1CC4-F4DC-7EF2-46DCD19FBD15}"/>
                </a:ext>
              </a:extLst>
            </p:cNvPr>
            <p:cNvGrpSpPr/>
            <p:nvPr/>
          </p:nvGrpSpPr>
          <p:grpSpPr>
            <a:xfrm>
              <a:off x="1100330" y="2383018"/>
              <a:ext cx="2642995" cy="919688"/>
              <a:chOff x="1100330" y="2445789"/>
              <a:chExt cx="2642995" cy="919688"/>
            </a:xfrm>
          </p:grpSpPr>
          <p:sp>
            <p:nvSpPr>
              <p:cNvPr id="106" name="원호 105">
                <a:extLst>
                  <a:ext uri="{FF2B5EF4-FFF2-40B4-BE49-F238E27FC236}">
                    <a16:creationId xmlns:a16="http://schemas.microsoft.com/office/drawing/2014/main" id="{16B01734-5DEF-98A7-B0E8-BCA92FECB895}"/>
                  </a:ext>
                </a:extLst>
              </p:cNvPr>
              <p:cNvSpPr/>
              <p:nvPr/>
            </p:nvSpPr>
            <p:spPr>
              <a:xfrm rot="2677778">
                <a:off x="1327519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원호 107">
                <a:extLst>
                  <a:ext uri="{FF2B5EF4-FFF2-40B4-BE49-F238E27FC236}">
                    <a16:creationId xmlns:a16="http://schemas.microsoft.com/office/drawing/2014/main" id="{6BE72316-64B4-B955-891D-31D0D7852911}"/>
                  </a:ext>
                </a:extLst>
              </p:cNvPr>
              <p:cNvSpPr/>
              <p:nvPr/>
            </p:nvSpPr>
            <p:spPr>
              <a:xfrm rot="2677778">
                <a:off x="1638731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원호 108">
                <a:extLst>
                  <a:ext uri="{FF2B5EF4-FFF2-40B4-BE49-F238E27FC236}">
                    <a16:creationId xmlns:a16="http://schemas.microsoft.com/office/drawing/2014/main" id="{06A32E60-D779-439A-2584-FE9797F2C892}"/>
                  </a:ext>
                </a:extLst>
              </p:cNvPr>
              <p:cNvSpPr/>
              <p:nvPr/>
            </p:nvSpPr>
            <p:spPr>
              <a:xfrm rot="2677778">
                <a:off x="2403943" y="2820815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원호 110">
                <a:extLst>
                  <a:ext uri="{FF2B5EF4-FFF2-40B4-BE49-F238E27FC236}">
                    <a16:creationId xmlns:a16="http://schemas.microsoft.com/office/drawing/2014/main" id="{D15A1AFD-69CA-E666-E4C1-DAF8AC10D8DB}"/>
                  </a:ext>
                </a:extLst>
              </p:cNvPr>
              <p:cNvSpPr/>
              <p:nvPr/>
            </p:nvSpPr>
            <p:spPr>
              <a:xfrm rot="2677778">
                <a:off x="2749025" y="2820816"/>
                <a:ext cx="488029" cy="488029"/>
              </a:xfrm>
              <a:prstGeom prst="arc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B1FB9B4-C128-18AF-A7A2-012790D13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0775" y="3062098"/>
                <a:ext cx="199030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원호 115">
                <a:extLst>
                  <a:ext uri="{FF2B5EF4-FFF2-40B4-BE49-F238E27FC236}">
                    <a16:creationId xmlns:a16="http://schemas.microsoft.com/office/drawing/2014/main" id="{4D102B16-0963-803B-140D-246B67B2138F}"/>
                  </a:ext>
                </a:extLst>
              </p:cNvPr>
              <p:cNvSpPr/>
              <p:nvPr/>
            </p:nvSpPr>
            <p:spPr>
              <a:xfrm rot="2677778">
                <a:off x="1891259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원호 116">
                <a:extLst>
                  <a:ext uri="{FF2B5EF4-FFF2-40B4-BE49-F238E27FC236}">
                    <a16:creationId xmlns:a16="http://schemas.microsoft.com/office/drawing/2014/main" id="{E61463C4-7263-165D-92BA-2CF31A39E4A3}"/>
                  </a:ext>
                </a:extLst>
              </p:cNvPr>
              <p:cNvSpPr/>
              <p:nvPr/>
            </p:nvSpPr>
            <p:spPr>
              <a:xfrm rot="2677778">
                <a:off x="1764995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원호 117">
                <a:extLst>
                  <a:ext uri="{FF2B5EF4-FFF2-40B4-BE49-F238E27FC236}">
                    <a16:creationId xmlns:a16="http://schemas.microsoft.com/office/drawing/2014/main" id="{590D0408-594B-AE85-EB8E-132E95346469}"/>
                  </a:ext>
                </a:extLst>
              </p:cNvPr>
              <p:cNvSpPr/>
              <p:nvPr/>
            </p:nvSpPr>
            <p:spPr>
              <a:xfrm rot="2677778">
                <a:off x="2017523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원호 122">
                <a:extLst>
                  <a:ext uri="{FF2B5EF4-FFF2-40B4-BE49-F238E27FC236}">
                    <a16:creationId xmlns:a16="http://schemas.microsoft.com/office/drawing/2014/main" id="{E16EFC02-4A72-9064-F362-CC5CB3A8C761}"/>
                  </a:ext>
                </a:extLst>
              </p:cNvPr>
              <p:cNvSpPr/>
              <p:nvPr/>
            </p:nvSpPr>
            <p:spPr>
              <a:xfrm rot="2677778">
                <a:off x="2275848" y="2815519"/>
                <a:ext cx="488029" cy="488029"/>
              </a:xfrm>
              <a:prstGeom prst="arc">
                <a:avLst/>
              </a:prstGeom>
              <a:ln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/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baseline="-25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433868C9-1F95-7970-7843-30B71BD81E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2732" y="2929229"/>
                    <a:ext cx="97783" cy="12028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EA6AAAD-A574-18EB-7BE1-0D375FCA1C71}"/>
                  </a:ext>
                </a:extLst>
              </p:cNvPr>
              <p:cNvSpPr txBox="1"/>
              <p:nvPr/>
            </p:nvSpPr>
            <p:spPr>
              <a:xfrm>
                <a:off x="1100330" y="3057700"/>
                <a:ext cx="7091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Si - Channel</a:t>
                </a:r>
                <a:b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(Ch)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DFA6492-8EC7-611E-E3A4-B264B7B6BE00}"/>
                  </a:ext>
                </a:extLst>
              </p:cNvPr>
              <p:cNvSpPr txBox="1"/>
              <p:nvPr/>
            </p:nvSpPr>
            <p:spPr>
              <a:xfrm>
                <a:off x="3196633" y="3050405"/>
                <a:ext cx="5466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Wordline</a:t>
                </a:r>
                <a:b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(WL)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/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8DD9990-4809-8552-9422-931D8CDED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3983" y="2929229"/>
                    <a:ext cx="97783" cy="12028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500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3BAACD08-C421-1A35-E6A6-8B78DECDC8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639" y="2929229"/>
                    <a:ext cx="97783" cy="12028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US" altLang="ko-KR" sz="800" b="1" i="0" baseline="-25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oMath>
                      </m:oMathPara>
                    </a14:m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4" name="TextBox 333">
                    <a:extLst>
                      <a:ext uri="{FF2B5EF4-FFF2-40B4-BE49-F238E27FC236}">
                        <a16:creationId xmlns:a16="http://schemas.microsoft.com/office/drawing/2014/main" id="{20E39FAB-6FA9-0527-6914-A87BBCE1B7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793" y="2929229"/>
                    <a:ext cx="97783" cy="12028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1250" r="-125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/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59CFC7D8-CAB7-4308-96D9-3C64A4C86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0438" y="2929229"/>
                    <a:ext cx="89768" cy="12028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3333" r="-40000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WL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71511585-A780-79D0-0BBE-E9902B914B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5111" y="2929229"/>
                    <a:ext cx="145873" cy="12028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833" r="-29167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ko-KR" sz="800" b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r</m:t>
                        </m:r>
                      </m:oMath>
                    </a14:m>
                    <a:r>
                      <a:rPr lang="en-US" altLang="ko-KR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Ch</a:t>
                    </a:r>
                    <a:endParaRPr lang="ko-KR" altLang="en-US" sz="800" b="1" baseline="-25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37" name="TextBox 336">
                    <a:extLst>
                      <a:ext uri="{FF2B5EF4-FFF2-40B4-BE49-F238E27FC236}">
                        <a16:creationId xmlns:a16="http://schemas.microsoft.com/office/drawing/2014/main" id="{E292FC31-0E07-B868-FE78-2F6D3D2D83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2841" y="2924360"/>
                    <a:ext cx="131446" cy="12028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3810" r="-38095" b="-4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DA5803B3-CC2E-5430-5100-74DF5A70A8DE}"/>
                  </a:ext>
                </a:extLst>
              </p:cNvPr>
              <p:cNvSpPr txBox="1"/>
              <p:nvPr/>
            </p:nvSpPr>
            <p:spPr>
              <a:xfrm>
                <a:off x="1337549" y="2445789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>
                    <a:latin typeface="Arial" panose="020B0604020202020204" pitchFamily="34" charset="0"/>
                    <a:cs typeface="Arial" panose="020B0604020202020204" pitchFamily="34" charset="0"/>
                  </a:rPr>
                  <a:t>(c)</a:t>
                </a:r>
                <a:endParaRPr lang="ko-KR" altLang="en-US" sz="7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B706F012-FF07-5060-D450-1E1B1E1701B5}"/>
                </a:ext>
              </a:extLst>
            </p:cNvPr>
            <p:cNvSpPr txBox="1"/>
            <p:nvPr/>
          </p:nvSpPr>
          <p:spPr>
            <a:xfrm>
              <a:off x="2373140" y="2758062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그림 1" descr="다채로움, 스크린샷, 그린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AF9D-6B6A-9F18-6A69-7163AAAD9C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9521" b="24931"/>
          <a:stretch>
            <a:fillRect/>
          </a:stretch>
        </p:blipFill>
        <p:spPr>
          <a:xfrm rot="16200000">
            <a:off x="317065" y="3545975"/>
            <a:ext cx="1252920" cy="6338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EE53E30-3C7D-C6EA-4661-9633E6715C21}"/>
              </a:ext>
            </a:extLst>
          </p:cNvPr>
          <p:cNvGrpSpPr/>
          <p:nvPr/>
        </p:nvGrpSpPr>
        <p:grpSpPr>
          <a:xfrm>
            <a:off x="1337549" y="2468834"/>
            <a:ext cx="1731170" cy="1167341"/>
            <a:chOff x="1337549" y="1906859"/>
            <a:chExt cx="1731170" cy="1167341"/>
          </a:xfrm>
        </p:grpSpPr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774A86F0-C443-DA34-8985-53F1D3C638BB}"/>
                </a:ext>
              </a:extLst>
            </p:cNvPr>
            <p:cNvCxnSpPr>
              <a:cxnSpLocks/>
            </p:cNvCxnSpPr>
            <p:nvPr/>
          </p:nvCxnSpPr>
          <p:spPr>
            <a:xfrm>
              <a:off x="2126659" y="2092625"/>
              <a:ext cx="0" cy="981575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AE1A7C84-B0B6-9860-FA27-6C833DB2F93A}"/>
                </a:ext>
              </a:extLst>
            </p:cNvPr>
            <p:cNvCxnSpPr>
              <a:cxnSpLocks/>
            </p:cNvCxnSpPr>
            <p:nvPr/>
          </p:nvCxnSpPr>
          <p:spPr>
            <a:xfrm>
              <a:off x="2895007" y="2057400"/>
              <a:ext cx="0" cy="1008751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19B03E9-80AF-7243-754C-5E0F2216C4DD}"/>
                </a:ext>
              </a:extLst>
            </p:cNvPr>
            <p:cNvCxnSpPr>
              <a:cxnSpLocks/>
            </p:cNvCxnSpPr>
            <p:nvPr/>
          </p:nvCxnSpPr>
          <p:spPr>
            <a:xfrm>
              <a:off x="2004533" y="2403460"/>
              <a:ext cx="106418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2EF5FDA5-D0D5-4482-17FF-7298970615AE}"/>
                </a:ext>
              </a:extLst>
            </p:cNvPr>
            <p:cNvSpPr txBox="1"/>
            <p:nvPr/>
          </p:nvSpPr>
          <p:spPr>
            <a:xfrm>
              <a:off x="2463548" y="2223089"/>
              <a:ext cx="721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700" b="1" dirty="0" err="1"/>
                <a:t>n</a:t>
              </a:r>
              <a:r>
                <a:rPr lang="en-US" altLang="ko-KR" sz="700" b="1" baseline="-25000" dirty="0" err="1"/>
                <a:t>t</a:t>
              </a:r>
              <a:endParaRPr lang="ko-KR" altLang="en-US" sz="700" b="1" baseline="-25000" dirty="0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A092FB95-3CFD-EA9D-410B-F92547721757}"/>
                </a:ext>
              </a:extLst>
            </p:cNvPr>
            <p:cNvSpPr txBox="1"/>
            <p:nvPr/>
          </p:nvSpPr>
          <p:spPr>
            <a:xfrm>
              <a:off x="1337549" y="190685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ko-KR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BF7303CF-4083-ABBE-6FCF-C2DABD2F6544}"/>
                </a:ext>
              </a:extLst>
            </p:cNvPr>
            <p:cNvCxnSpPr>
              <a:cxnSpLocks/>
            </p:cNvCxnSpPr>
            <p:nvPr/>
          </p:nvCxnSpPr>
          <p:spPr>
            <a:xfrm>
              <a:off x="2135189" y="2166866"/>
              <a:ext cx="76077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EC124455-F295-98AF-7E49-DFD62B80281D}"/>
                </a:ext>
              </a:extLst>
            </p:cNvPr>
            <p:cNvSpPr txBox="1"/>
            <p:nvPr/>
          </p:nvSpPr>
          <p:spPr>
            <a:xfrm>
              <a:off x="2311925" y="1997375"/>
              <a:ext cx="4072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err="1"/>
                <a:t>t</a:t>
              </a:r>
              <a:r>
                <a:rPr lang="en-US" altLang="ko-KR" sz="800" baseline="-25000" dirty="0" err="1"/>
                <a:t>CTN</a:t>
              </a:r>
              <a:endParaRPr lang="ko-KR" altLang="en-US" sz="800" baseline="-25000" dirty="0"/>
            </a:p>
          </p:txBody>
        </p:sp>
        <p:cxnSp>
          <p:nvCxnSpPr>
            <p:cNvPr id="541" name="직선 연결선 540">
              <a:extLst>
                <a:ext uri="{FF2B5EF4-FFF2-40B4-BE49-F238E27FC236}">
                  <a16:creationId xmlns:a16="http://schemas.microsoft.com/office/drawing/2014/main" id="{B56972B8-31DD-C20F-602D-A49D0AAD5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9702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직선 연결선 541">
              <a:extLst>
                <a:ext uri="{FF2B5EF4-FFF2-40B4-BE49-F238E27FC236}">
                  <a16:creationId xmlns:a16="http://schemas.microsoft.com/office/drawing/2014/main" id="{6D248263-98BD-D746-842D-E51F3DDDA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705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직선 연결선 545">
              <a:extLst>
                <a:ext uri="{FF2B5EF4-FFF2-40B4-BE49-F238E27FC236}">
                  <a16:creationId xmlns:a16="http://schemas.microsoft.com/office/drawing/2014/main" id="{8B0B6F77-0AA7-642D-AE13-C4441142C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1708" y="2196967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>
              <a:extLst>
                <a:ext uri="{FF2B5EF4-FFF2-40B4-BE49-F238E27FC236}">
                  <a16:creationId xmlns:a16="http://schemas.microsoft.com/office/drawing/2014/main" id="{96BB6338-B3BA-D9DF-7D39-0503C8347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2337" y="2044700"/>
              <a:ext cx="0" cy="460392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직선 연결선 581">
              <a:extLst>
                <a:ext uri="{FF2B5EF4-FFF2-40B4-BE49-F238E27FC236}">
                  <a16:creationId xmlns:a16="http://schemas.microsoft.com/office/drawing/2014/main" id="{8C26E27A-63D4-A7D4-55CC-FDFA523EC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7609" y="2041525"/>
              <a:ext cx="0" cy="463567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25232DB7-889A-3A06-F43F-E5A6A3570C2E}"/>
              </a:ext>
            </a:extLst>
          </p:cNvPr>
          <p:cNvGrpSpPr/>
          <p:nvPr/>
        </p:nvGrpSpPr>
        <p:grpSpPr>
          <a:xfrm>
            <a:off x="444954" y="4308876"/>
            <a:ext cx="2931952" cy="1267612"/>
            <a:chOff x="444954" y="3914309"/>
            <a:chExt cx="2931952" cy="1267612"/>
          </a:xfrm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8DD8B11A-3628-657D-A200-C7A5981CAA2E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6BE220E-EFF7-B5AD-AA55-12AFA12A2D80}"/>
                </a:ext>
              </a:extLst>
            </p:cNvPr>
            <p:cNvSpPr txBox="1"/>
            <p:nvPr/>
          </p:nvSpPr>
          <p:spPr>
            <a:xfrm>
              <a:off x="444954" y="391430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EA85C1C-BCE6-A806-9B72-4BA03ECF4AA3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10D31041-C1B7-2C10-B59C-30CC0DC08E13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369CEBC2-247C-C210-A5C2-C0FB15DAADEB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21A3D865-1926-E1EA-8EC0-5ECCBBB71C3A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E2154164-6EB4-BBC2-83BB-9807BA8A0FAD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47B0BF86-A75A-D967-A3DE-666CC86B0DA2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9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EBF81BA2-5982-C7CB-35FA-BD311442379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9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8589EA8-0247-F490-E19A-1BF214FFBE31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D0DAF6B8-35C0-2270-9B8A-E2FCB2E73D84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0993BB5-1391-F8E1-F8FD-807A6063E5CC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D42F718-2BBB-5E53-016F-5F6FACB2A8C3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6FF35B4-D844-C815-986C-3283B9CE694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350DA11A-2C1A-00A0-559F-BDD25ABADD55}"/>
                </a:ext>
              </a:extLst>
            </p:cNvPr>
            <p:cNvSpPr txBox="1"/>
            <p:nvPr/>
          </p:nvSpPr>
          <p:spPr>
            <a:xfrm>
              <a:off x="2375024" y="3967866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8E64D4E-E985-1B5C-69F1-298289E8F7F8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8628BE59-42D0-0D0A-7AE7-E58237A99F7D}"/>
                </a:ext>
              </a:extLst>
            </p:cNvPr>
            <p:cNvSpPr txBox="1"/>
            <p:nvPr/>
          </p:nvSpPr>
          <p:spPr>
            <a:xfrm>
              <a:off x="1688837" y="4368783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1D95085C-622D-D872-4528-AFB638BFE7A8}"/>
                </a:ext>
              </a:extLst>
            </p:cNvPr>
            <p:cNvSpPr txBox="1"/>
            <p:nvPr/>
          </p:nvSpPr>
          <p:spPr>
            <a:xfrm>
              <a:off x="2143363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6AB1EC-5A1A-47B0-0349-672876F53776}"/>
                </a:ext>
              </a:extLst>
            </p:cNvPr>
            <p:cNvSpPr txBox="1"/>
            <p:nvPr/>
          </p:nvSpPr>
          <p:spPr>
            <a:xfrm>
              <a:off x="2478696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DA45D9D-DB55-5B11-1B12-4252CB9D9884}"/>
                </a:ext>
              </a:extLst>
            </p:cNvPr>
            <p:cNvSpPr txBox="1"/>
            <p:nvPr/>
          </p:nvSpPr>
          <p:spPr>
            <a:xfrm>
              <a:off x="2311029" y="4316981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5651BC82-8789-3433-1EB8-D4CF4570327B}"/>
                </a:ext>
              </a:extLst>
            </p:cNvPr>
            <p:cNvSpPr txBox="1"/>
            <p:nvPr/>
          </p:nvSpPr>
          <p:spPr>
            <a:xfrm>
              <a:off x="155664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FDEE149B-AF80-995F-364C-7B30804AC7FF}"/>
                </a:ext>
              </a:extLst>
            </p:cNvPr>
            <p:cNvSpPr txBox="1"/>
            <p:nvPr/>
          </p:nvSpPr>
          <p:spPr>
            <a:xfrm>
              <a:off x="198951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428639-B5CC-A1E6-6E44-E2F3756D6E2B}"/>
                </a:ext>
              </a:extLst>
            </p:cNvPr>
            <p:cNvSpPr txBox="1"/>
            <p:nvPr/>
          </p:nvSpPr>
          <p:spPr>
            <a:xfrm>
              <a:off x="2883383" y="4397055"/>
              <a:ext cx="398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B181EBE0-6235-0BAD-FFA9-4EE0646CA76B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타원 327">
              <a:extLst>
                <a:ext uri="{FF2B5EF4-FFF2-40B4-BE49-F238E27FC236}">
                  <a16:creationId xmlns:a16="http://schemas.microsoft.com/office/drawing/2014/main" id="{C31A5A68-F7BF-96CF-D861-A345DF9C7DB2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ED6D1C4E-8AA5-90B3-A252-703707B0C324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>
              <a:extLst>
                <a:ext uri="{FF2B5EF4-FFF2-40B4-BE49-F238E27FC236}">
                  <a16:creationId xmlns:a16="http://schemas.microsoft.com/office/drawing/2014/main" id="{00BBD9C2-C889-3145-E219-08D367890D39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0307F82A-86E3-931D-DF13-E1E6809399DA}"/>
                </a:ext>
              </a:extLst>
            </p:cNvPr>
            <p:cNvSpPr txBox="1"/>
            <p:nvPr/>
          </p:nvSpPr>
          <p:spPr>
            <a:xfrm rot="19046009">
              <a:off x="1023784" y="4230902"/>
              <a:ext cx="257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D8F9601B-D021-F693-AB9E-3399E894C53D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685877-1FB1-2AAA-7B52-D06BA18CE6A6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8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6BF4E26-0AB0-A0E6-45A8-D3FECD0F0D75}"/>
                </a:ext>
              </a:extLst>
            </p:cNvPr>
            <p:cNvSpPr txBox="1"/>
            <p:nvPr/>
          </p:nvSpPr>
          <p:spPr>
            <a:xfrm>
              <a:off x="2491079" y="4843367"/>
              <a:ext cx="6293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122CFB43-F7D9-3B17-5B0D-F69694AD368F}"/>
                </a:ext>
              </a:extLst>
            </p:cNvPr>
            <p:cNvSpPr txBox="1"/>
            <p:nvPr/>
          </p:nvSpPr>
          <p:spPr>
            <a:xfrm>
              <a:off x="1690208" y="4920495"/>
              <a:ext cx="857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8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왼쪽 중괄호 599">
              <a:extLst>
                <a:ext uri="{FF2B5EF4-FFF2-40B4-BE49-F238E27FC236}">
                  <a16:creationId xmlns:a16="http://schemas.microsoft.com/office/drawing/2014/main" id="{0B06AF7A-5F21-E240-86AA-5AFE821B185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BE540-BF13-CF0B-2A8C-58D0D51BFF84}"/>
              </a:ext>
            </a:extLst>
          </p:cNvPr>
          <p:cNvGrpSpPr/>
          <p:nvPr/>
        </p:nvGrpSpPr>
        <p:grpSpPr>
          <a:xfrm>
            <a:off x="424534" y="2470209"/>
            <a:ext cx="996615" cy="1878162"/>
            <a:chOff x="424534" y="1834037"/>
            <a:chExt cx="996615" cy="187816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01F3636-4174-80B0-043F-2FCE2F5AAA31}"/>
                </a:ext>
              </a:extLst>
            </p:cNvPr>
            <p:cNvGrpSpPr/>
            <p:nvPr/>
          </p:nvGrpSpPr>
          <p:grpSpPr>
            <a:xfrm>
              <a:off x="424534" y="1834037"/>
              <a:ext cx="996615" cy="1740582"/>
              <a:chOff x="424534" y="1834037"/>
              <a:chExt cx="996615" cy="1740582"/>
            </a:xfrm>
          </p:grpSpPr>
          <p:pic>
            <p:nvPicPr>
              <p:cNvPr id="3" name="그림 2" descr="직사각형, 스크린샷, 다채로움, 라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349AB-6D22-3FA0-F71E-BBA9F08AE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3428" t="5993" r="1651" b="26690"/>
              <a:stretch>
                <a:fillRect/>
              </a:stretch>
            </p:blipFill>
            <p:spPr>
              <a:xfrm rot="16200000">
                <a:off x="277617" y="2637021"/>
                <a:ext cx="1252919" cy="62227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0F780A2-36A6-2D2E-078C-D8A480A1B324}"/>
                  </a:ext>
                </a:extLst>
              </p:cNvPr>
              <p:cNvSpPr txBox="1"/>
              <p:nvPr/>
            </p:nvSpPr>
            <p:spPr>
              <a:xfrm>
                <a:off x="424534" y="1834037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EE1AD37-D1C0-EF99-596B-E8BC49960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31" y="2053588"/>
                <a:ext cx="0" cy="921734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화살표: 오른쪽으로 구부러짐 367">
                <a:extLst>
                  <a:ext uri="{FF2B5EF4-FFF2-40B4-BE49-F238E27FC236}">
                    <a16:creationId xmlns:a16="http://schemas.microsoft.com/office/drawing/2014/main" id="{F3FCDA9C-A61C-6509-9EFA-85A141987B44}"/>
                  </a:ext>
                </a:extLst>
              </p:cNvPr>
              <p:cNvSpPr/>
              <p:nvPr/>
            </p:nvSpPr>
            <p:spPr>
              <a:xfrm flipH="1">
                <a:off x="557157" y="2071691"/>
                <a:ext cx="95246" cy="88007"/>
              </a:xfrm>
              <a:prstGeom prst="curvedRightArrow">
                <a:avLst>
                  <a:gd name="adj1" fmla="val 23009"/>
                  <a:gd name="adj2" fmla="val 50000"/>
                  <a:gd name="adj3" fmla="val 25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F057011A-587E-0EF3-A6ED-6A1D9EFA9842}"/>
                  </a:ext>
                </a:extLst>
              </p:cNvPr>
              <p:cNvSpPr txBox="1"/>
              <p:nvPr/>
            </p:nvSpPr>
            <p:spPr>
              <a:xfrm>
                <a:off x="591638" y="2001413"/>
                <a:ext cx="7091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DE874BF3-ABE9-3A1F-075C-2F16D7AC3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010" y="2930382"/>
                <a:ext cx="9211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B668A-DC99-22CA-1C9F-1A44A8FA6713}"/>
                </a:ext>
              </a:extLst>
            </p:cNvPr>
            <p:cNvSpPr txBox="1"/>
            <p:nvPr/>
          </p:nvSpPr>
          <p:spPr>
            <a:xfrm rot="5400000">
              <a:off x="538189" y="3406290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filler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CD1BE-121D-C9C1-6E5A-734EF365DAB9}"/>
                </a:ext>
              </a:extLst>
            </p:cNvPr>
            <p:cNvSpPr txBox="1"/>
            <p:nvPr/>
          </p:nvSpPr>
          <p:spPr>
            <a:xfrm rot="5400000">
              <a:off x="663221" y="342912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</a:t>
              </a:r>
              <a:endParaRPr lang="ko-KR" altLang="en-US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803257-969C-10D0-3645-B5D67385FFA6}"/>
                </a:ext>
              </a:extLst>
            </p:cNvPr>
            <p:cNvSpPr txBox="1"/>
            <p:nvPr/>
          </p:nvSpPr>
          <p:spPr>
            <a:xfrm>
              <a:off x="767830" y="3527533"/>
              <a:ext cx="4150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O/N/O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B5669FF4-8FE8-D49A-309F-D19A6356FB50}"/>
              </a:ext>
            </a:extLst>
          </p:cNvPr>
          <p:cNvSpPr txBox="1"/>
          <p:nvPr/>
        </p:nvSpPr>
        <p:spPr>
          <a:xfrm>
            <a:off x="1765101" y="3075006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TOX</a:t>
            </a:r>
            <a:endParaRPr lang="ko-KR" altLang="en-US" sz="800" baseline="-25000"/>
          </a:p>
        </p:txBody>
      </p:sp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23AE9215-3390-736E-3B2A-0DF99148D69E}"/>
              </a:ext>
            </a:extLst>
          </p:cNvPr>
          <p:cNvCxnSpPr>
            <a:cxnSpLocks/>
          </p:cNvCxnSpPr>
          <p:nvPr/>
        </p:nvCxnSpPr>
        <p:spPr>
          <a:xfrm>
            <a:off x="1820513" y="3256992"/>
            <a:ext cx="305152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>
            <a:extLst>
              <a:ext uri="{FF2B5EF4-FFF2-40B4-BE49-F238E27FC236}">
                <a16:creationId xmlns:a16="http://schemas.microsoft.com/office/drawing/2014/main" id="{62A9125C-86CA-D44C-8A8D-45A950A35A69}"/>
              </a:ext>
            </a:extLst>
          </p:cNvPr>
          <p:cNvCxnSpPr>
            <a:cxnSpLocks/>
          </p:cNvCxnSpPr>
          <p:nvPr/>
        </p:nvCxnSpPr>
        <p:spPr>
          <a:xfrm>
            <a:off x="2890246" y="3256992"/>
            <a:ext cx="347424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7C914B9B-D90D-89E7-DD21-65FB665DFE9C}"/>
              </a:ext>
            </a:extLst>
          </p:cNvPr>
          <p:cNvCxnSpPr>
            <a:cxnSpLocks/>
          </p:cNvCxnSpPr>
          <p:nvPr/>
        </p:nvCxnSpPr>
        <p:spPr>
          <a:xfrm>
            <a:off x="1815602" y="3067575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5614B1E-D924-FF59-2058-CE44C3AB085C}"/>
              </a:ext>
            </a:extLst>
          </p:cNvPr>
          <p:cNvCxnSpPr>
            <a:cxnSpLocks/>
          </p:cNvCxnSpPr>
          <p:nvPr/>
        </p:nvCxnSpPr>
        <p:spPr>
          <a:xfrm>
            <a:off x="3237670" y="3105325"/>
            <a:ext cx="0" cy="49001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D4200685-AE27-08CE-461E-792236B2B752}"/>
              </a:ext>
            </a:extLst>
          </p:cNvPr>
          <p:cNvSpPr txBox="1"/>
          <p:nvPr/>
        </p:nvSpPr>
        <p:spPr>
          <a:xfrm>
            <a:off x="2860309" y="3075006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BOX</a:t>
            </a:r>
            <a:endParaRPr lang="ko-KR" altLang="en-US" sz="800" baseline="-25000"/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C991E36E-97A7-AED4-A89A-9285F71505C4}"/>
              </a:ext>
            </a:extLst>
          </p:cNvPr>
          <p:cNvCxnSpPr>
            <a:cxnSpLocks/>
          </p:cNvCxnSpPr>
          <p:nvPr/>
        </p:nvCxnSpPr>
        <p:spPr>
          <a:xfrm flipV="1">
            <a:off x="1345435" y="3567114"/>
            <a:ext cx="473379" cy="38814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04D00524-3752-E0B4-8703-2D743D5364DA}"/>
              </a:ext>
            </a:extLst>
          </p:cNvPr>
          <p:cNvCxnSpPr>
            <a:cxnSpLocks/>
          </p:cNvCxnSpPr>
          <p:nvPr/>
        </p:nvCxnSpPr>
        <p:spPr>
          <a:xfrm flipV="1">
            <a:off x="1800738" y="3557588"/>
            <a:ext cx="323633" cy="40906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>
            <a:extLst>
              <a:ext uri="{FF2B5EF4-FFF2-40B4-BE49-F238E27FC236}">
                <a16:creationId xmlns:a16="http://schemas.microsoft.com/office/drawing/2014/main" id="{5DB5B61E-3F92-DB21-E033-AAD0E21211E4}"/>
              </a:ext>
            </a:extLst>
          </p:cNvPr>
          <p:cNvCxnSpPr>
            <a:cxnSpLocks/>
          </p:cNvCxnSpPr>
          <p:nvPr/>
        </p:nvCxnSpPr>
        <p:spPr>
          <a:xfrm flipV="1">
            <a:off x="1985318" y="3563152"/>
            <a:ext cx="270262" cy="40685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id="{0467CDCB-4F43-40D8-7834-FA7BDD013BA0}"/>
              </a:ext>
            </a:extLst>
          </p:cNvPr>
          <p:cNvCxnSpPr>
            <a:cxnSpLocks/>
          </p:cNvCxnSpPr>
          <p:nvPr/>
        </p:nvCxnSpPr>
        <p:spPr>
          <a:xfrm flipV="1">
            <a:off x="2176741" y="3574256"/>
            <a:ext cx="198549" cy="392392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D7B892EC-7821-A165-A815-A2DD74ADCD86}"/>
              </a:ext>
            </a:extLst>
          </p:cNvPr>
          <p:cNvCxnSpPr>
            <a:cxnSpLocks/>
          </p:cNvCxnSpPr>
          <p:nvPr/>
        </p:nvCxnSpPr>
        <p:spPr>
          <a:xfrm flipV="1">
            <a:off x="2363404" y="3567114"/>
            <a:ext cx="136212" cy="404219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D8FE7AF9-D382-C723-0ECD-31328D60A895}"/>
              </a:ext>
            </a:extLst>
          </p:cNvPr>
          <p:cNvCxnSpPr>
            <a:cxnSpLocks/>
          </p:cNvCxnSpPr>
          <p:nvPr/>
        </p:nvCxnSpPr>
        <p:spPr>
          <a:xfrm flipV="1">
            <a:off x="2727735" y="3567114"/>
            <a:ext cx="3151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111C8609-A6A5-EFD0-98CA-9CCA80DEE7FB}"/>
              </a:ext>
            </a:extLst>
          </p:cNvPr>
          <p:cNvCxnSpPr>
            <a:cxnSpLocks/>
          </p:cNvCxnSpPr>
          <p:nvPr/>
        </p:nvCxnSpPr>
        <p:spPr>
          <a:xfrm flipH="1" flipV="1">
            <a:off x="2887703" y="3567114"/>
            <a:ext cx="28150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AA403EFF-F92A-93AE-2840-E4D7C929237D}"/>
              </a:ext>
            </a:extLst>
          </p:cNvPr>
          <p:cNvCxnSpPr>
            <a:cxnSpLocks/>
          </p:cNvCxnSpPr>
          <p:nvPr/>
        </p:nvCxnSpPr>
        <p:spPr>
          <a:xfrm flipH="1" flipV="1">
            <a:off x="3248025" y="3567114"/>
            <a:ext cx="180975" cy="39953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57FD028-4E47-CA4D-A4DA-211561636165}"/>
              </a:ext>
            </a:extLst>
          </p:cNvPr>
          <p:cNvGrpSpPr/>
          <p:nvPr/>
        </p:nvGrpSpPr>
        <p:grpSpPr>
          <a:xfrm>
            <a:off x="1337549" y="3950284"/>
            <a:ext cx="2091451" cy="486789"/>
            <a:chOff x="1337549" y="3529889"/>
            <a:chExt cx="2091451" cy="486789"/>
          </a:xfrm>
        </p:grpSpPr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67A80BB-2E99-FC41-02B9-16A617789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02602C43-FB43-09F7-BD28-1BEB6E8F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0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39F069C-82D8-6B60-A6EB-BDFD9D19A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294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BA686A7-CBED-C21F-DF8F-1E0FB8102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487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FE8A5C-7405-C7D8-A2E1-842B02F6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68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A39757E9-04D2-2A2B-887E-4824C916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748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DFFC7784-EBB0-A292-9F08-EC02DB24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200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0DA502E0-853D-BDF0-C22C-3F0D34EAC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592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C924ED3-52C1-9B10-C93E-A832CD3F03F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549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0A3913FC-2799-DF40-643E-145B3A1E6088}"/>
                </a:ext>
              </a:extLst>
            </p:cNvPr>
            <p:cNvGrpSpPr/>
            <p:nvPr/>
          </p:nvGrpSpPr>
          <p:grpSpPr>
            <a:xfrm>
              <a:off x="1544962" y="3716850"/>
              <a:ext cx="48725" cy="157867"/>
              <a:chOff x="1663538" y="2271752"/>
              <a:chExt cx="33334" cy="233443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58DDD00-D605-7EFC-46E6-EF72066FD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5778B8AA-CC7C-8172-0A96-141FBEA27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111D35-C58D-DDD8-F39C-49B16F239927}"/>
                </a:ext>
              </a:extLst>
            </p:cNvPr>
            <p:cNvCxnSpPr>
              <a:cxnSpLocks/>
            </p:cNvCxnSpPr>
            <p:nvPr/>
          </p:nvCxnSpPr>
          <p:spPr>
            <a:xfrm>
              <a:off x="1593687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5FCB9B3-5F28-0904-7DEF-7567524B71CD}"/>
                </a:ext>
              </a:extLst>
            </p:cNvPr>
            <p:cNvGrpSpPr/>
            <p:nvPr/>
          </p:nvGrpSpPr>
          <p:grpSpPr>
            <a:xfrm>
              <a:off x="1871812" y="3717061"/>
              <a:ext cx="48725" cy="157867"/>
              <a:chOff x="1663538" y="2271752"/>
              <a:chExt cx="33334" cy="233443"/>
            </a:xfrm>
          </p:grpSpPr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362F527A-BC4A-A4E6-3C99-5FB92F081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7F58D7F2-0566-7828-063D-FC2031225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99E4E3C9-4EC7-8A68-BA8D-035390FE2A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0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87F3EF2-B2EA-3585-3079-EF014F25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9217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A544A87-3205-09C1-F8AE-AEA619BB1D31}"/>
                </a:ext>
              </a:extLst>
            </p:cNvPr>
            <p:cNvGrpSpPr/>
            <p:nvPr/>
          </p:nvGrpSpPr>
          <p:grpSpPr>
            <a:xfrm>
              <a:off x="2060015" y="3717061"/>
              <a:ext cx="48725" cy="157867"/>
              <a:chOff x="1663538" y="2271752"/>
              <a:chExt cx="33334" cy="233443"/>
            </a:xfrm>
          </p:grpSpPr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A40951E-B7F6-245F-0095-03DA7093DF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9AF25614-9FC7-A69E-12FD-804B40816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C8866682-3C5D-50B8-F0D4-D9EF273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19912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E00658A-953C-0160-C206-00DE5ED1677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9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25BA2C3-A01B-4E7E-A412-BF54DB4C1EDB}"/>
                </a:ext>
              </a:extLst>
            </p:cNvPr>
            <p:cNvGrpSpPr/>
            <p:nvPr/>
          </p:nvGrpSpPr>
          <p:grpSpPr>
            <a:xfrm>
              <a:off x="2247889" y="3717061"/>
              <a:ext cx="48725" cy="157867"/>
              <a:chOff x="1663538" y="2271752"/>
              <a:chExt cx="33334" cy="233443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C2CCB0DC-8B46-BF45-4F21-09C19B6D79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5D7A4370-623E-FF90-FDBF-4CC524FDA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534D837-797C-8F5C-BEFD-59BC16A6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179133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C82A5C7-EBE0-2060-48EE-EC76C4F1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832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9AFD18F3-FEA4-CA0F-FD40-B6CD95EB3938}"/>
                </a:ext>
              </a:extLst>
            </p:cNvPr>
            <p:cNvGrpSpPr/>
            <p:nvPr/>
          </p:nvGrpSpPr>
          <p:grpSpPr>
            <a:xfrm>
              <a:off x="2797823" y="3717061"/>
              <a:ext cx="48725" cy="157867"/>
              <a:chOff x="1663538" y="2271752"/>
              <a:chExt cx="33334" cy="233443"/>
            </a:xfrm>
          </p:grpSpPr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F0D87BAA-F0D6-61C5-E6DA-BF4F1BBE0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774643FC-B05F-6DE7-20ED-E432BDBF4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9FD70977-9E28-7E45-6745-8D3D990AA4B1}"/>
                </a:ext>
              </a:extLst>
            </p:cNvPr>
            <p:cNvCxnSpPr>
              <a:cxnSpLocks/>
            </p:cNvCxnSpPr>
            <p:nvPr/>
          </p:nvCxnSpPr>
          <p:spPr>
            <a:xfrm>
              <a:off x="2729067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BCA3FA44-42BB-CC4C-D231-5A3E629FB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47766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5D43958B-87C9-AF13-EEF7-2233644EA7E5}"/>
                </a:ext>
              </a:extLst>
            </p:cNvPr>
            <p:cNvCxnSpPr>
              <a:cxnSpLocks/>
            </p:cNvCxnSpPr>
            <p:nvPr/>
          </p:nvCxnSpPr>
          <p:spPr>
            <a:xfrm>
              <a:off x="2914247" y="3795784"/>
              <a:ext cx="23972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6896CF18-8A5A-6738-8E9A-1CBCD8003BAC}"/>
                </a:ext>
              </a:extLst>
            </p:cNvPr>
            <p:cNvGrpSpPr/>
            <p:nvPr/>
          </p:nvGrpSpPr>
          <p:grpSpPr>
            <a:xfrm>
              <a:off x="3148534" y="3716850"/>
              <a:ext cx="48725" cy="157867"/>
              <a:chOff x="1663538" y="2271752"/>
              <a:chExt cx="33334" cy="233443"/>
            </a:xfrm>
          </p:grpSpPr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7D51F7CB-EA73-CCC4-F8A6-E04C12F4E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0DFA192-098F-993E-6771-97A96819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F4D09EC-9032-3E8E-4177-1A0DCEFC2693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62" y="3795784"/>
              <a:ext cx="23153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/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/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blipFill>
                  <a:blip r:embed="rId20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/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blipFill>
                  <a:blip r:embed="rId21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/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/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blipFill>
                  <a:blip r:embed="rId23"/>
                  <a:stretch>
                    <a:fillRect l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/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 dirty="0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2BADC0F-0D8F-86A1-DC99-A502776BBCEE}"/>
                </a:ext>
              </a:extLst>
            </p:cNvPr>
            <p:cNvSpPr txBox="1"/>
            <p:nvPr/>
          </p:nvSpPr>
          <p:spPr>
            <a:xfrm>
              <a:off x="1611519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1B0E5D6-95BF-D485-B604-BA339A70F264}"/>
                </a:ext>
              </a:extLst>
            </p:cNvPr>
            <p:cNvSpPr txBox="1"/>
            <p:nvPr/>
          </p:nvSpPr>
          <p:spPr>
            <a:xfrm>
              <a:off x="1802943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985DCA86-1987-EBE5-2604-F54B58722395}"/>
                </a:ext>
              </a:extLst>
            </p:cNvPr>
            <p:cNvSpPr txBox="1"/>
            <p:nvPr/>
          </p:nvSpPr>
          <p:spPr>
            <a:xfrm>
              <a:off x="1994367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C362E45-65A7-E6E9-F239-F7A30774B8E8}"/>
                </a:ext>
              </a:extLst>
            </p:cNvPr>
            <p:cNvSpPr txBox="1"/>
            <p:nvPr/>
          </p:nvSpPr>
          <p:spPr>
            <a:xfrm>
              <a:off x="2185791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30677C6-3615-CB5D-D3D3-D512939DB7A2}"/>
                </a:ext>
              </a:extLst>
            </p:cNvPr>
            <p:cNvSpPr txBox="1"/>
            <p:nvPr/>
          </p:nvSpPr>
          <p:spPr>
            <a:xfrm>
              <a:off x="2450798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24CAA37-19FB-8226-9462-3414FB0704E4}"/>
                </a:ext>
              </a:extLst>
            </p:cNvPr>
            <p:cNvSpPr txBox="1"/>
            <p:nvPr/>
          </p:nvSpPr>
          <p:spPr>
            <a:xfrm>
              <a:off x="2676853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150189BC-D2B2-F398-4069-4677D0510866}"/>
                </a:ext>
              </a:extLst>
            </p:cNvPr>
            <p:cNvSpPr/>
            <p:nvPr/>
          </p:nvSpPr>
          <p:spPr>
            <a:xfrm>
              <a:off x="17770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9C400FDC-FCA7-6175-E5E4-87ED54B83660}"/>
                </a:ext>
              </a:extLst>
            </p:cNvPr>
            <p:cNvSpPr/>
            <p:nvPr/>
          </p:nvSpPr>
          <p:spPr>
            <a:xfrm>
              <a:off x="1968447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A5B8A8C4-3BBC-246F-44C6-C0A4557668FA}"/>
                </a:ext>
              </a:extLst>
            </p:cNvPr>
            <p:cNvSpPr/>
            <p:nvPr/>
          </p:nvSpPr>
          <p:spPr>
            <a:xfrm>
              <a:off x="21501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5C989211-52B7-CC69-B9F2-C30B55CCF789}"/>
                </a:ext>
              </a:extLst>
            </p:cNvPr>
            <p:cNvSpPr/>
            <p:nvPr/>
          </p:nvSpPr>
          <p:spPr>
            <a:xfrm>
              <a:off x="233954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791247FB-BC34-B6B2-7B11-183B40396106}"/>
                </a:ext>
              </a:extLst>
            </p:cNvPr>
            <p:cNvSpPr/>
            <p:nvPr/>
          </p:nvSpPr>
          <p:spPr>
            <a:xfrm>
              <a:off x="271075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AAA741BF-A0D6-6244-41FC-E760B180F0BD}"/>
                </a:ext>
              </a:extLst>
            </p:cNvPr>
            <p:cNvSpPr/>
            <p:nvPr/>
          </p:nvSpPr>
          <p:spPr>
            <a:xfrm>
              <a:off x="289136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CF794C72-937C-27DA-AA59-162B2A7B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1DCA924D-889F-4010-F193-FAD3E9579653}"/>
              </a:ext>
            </a:extLst>
          </p:cNvPr>
          <p:cNvCxnSpPr>
            <a:cxnSpLocks/>
          </p:cNvCxnSpPr>
          <p:nvPr/>
        </p:nvCxnSpPr>
        <p:spPr>
          <a:xfrm flipH="1" flipV="1">
            <a:off x="2172399" y="3091606"/>
            <a:ext cx="83181" cy="466784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직선 연결선 558">
            <a:extLst>
              <a:ext uri="{FF2B5EF4-FFF2-40B4-BE49-F238E27FC236}">
                <a16:creationId xmlns:a16="http://schemas.microsoft.com/office/drawing/2014/main" id="{1AF49994-950C-FB04-539A-54D2449C468F}"/>
              </a:ext>
            </a:extLst>
          </p:cNvPr>
          <p:cNvCxnSpPr>
            <a:cxnSpLocks/>
          </p:cNvCxnSpPr>
          <p:nvPr/>
        </p:nvCxnSpPr>
        <p:spPr>
          <a:xfrm flipH="1" flipV="1">
            <a:off x="2214970" y="3091606"/>
            <a:ext cx="165852" cy="48265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F25C05D1-DEFC-7D4E-D0EA-31C16302E222}"/>
              </a:ext>
            </a:extLst>
          </p:cNvPr>
          <p:cNvCxnSpPr>
            <a:cxnSpLocks/>
          </p:cNvCxnSpPr>
          <p:nvPr/>
        </p:nvCxnSpPr>
        <p:spPr>
          <a:xfrm flipH="1" flipV="1">
            <a:off x="2261009" y="3091606"/>
            <a:ext cx="247446" cy="475508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99638A37-D62B-C22F-F916-8B9585B50644}"/>
              </a:ext>
            </a:extLst>
          </p:cNvPr>
          <p:cNvCxnSpPr>
            <a:cxnSpLocks/>
          </p:cNvCxnSpPr>
          <p:nvPr/>
        </p:nvCxnSpPr>
        <p:spPr>
          <a:xfrm flipV="1">
            <a:off x="2762461" y="3062302"/>
            <a:ext cx="92419" cy="499406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2D9360-9685-71B0-2C06-499149BD78E2}"/>
              </a:ext>
            </a:extLst>
          </p:cNvPr>
          <p:cNvSpPr txBox="1"/>
          <p:nvPr/>
        </p:nvSpPr>
        <p:spPr>
          <a:xfrm rot="5400000">
            <a:off x="961403" y="3932361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F0651-08F3-44A4-9D42-DBA1562AEE0F}"/>
              </a:ext>
            </a:extLst>
          </p:cNvPr>
          <p:cNvSpPr txBox="1"/>
          <p:nvPr/>
        </p:nvSpPr>
        <p:spPr>
          <a:xfrm rot="5400000">
            <a:off x="961403" y="3502103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F736D-F546-0177-CE4A-146908196265}"/>
              </a:ext>
            </a:extLst>
          </p:cNvPr>
          <p:cNvSpPr txBox="1"/>
          <p:nvPr/>
        </p:nvSpPr>
        <p:spPr>
          <a:xfrm rot="5400000">
            <a:off x="961403" y="3071846"/>
            <a:ext cx="3358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WL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A42CE-A2B0-6011-6A37-5E29295602F9}"/>
              </a:ext>
            </a:extLst>
          </p:cNvPr>
          <p:cNvSpPr txBox="1"/>
          <p:nvPr/>
        </p:nvSpPr>
        <p:spPr>
          <a:xfrm>
            <a:off x="2901778" y="2581874"/>
            <a:ext cx="68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Arial" panose="020B0604020202020204" pitchFamily="34" charset="0"/>
                <a:cs typeface="Arial" panose="020B0604020202020204" pitchFamily="34" charset="0"/>
              </a:rPr>
              <a:t>extracted from TCAD after program</a:t>
            </a:r>
            <a:endParaRPr lang="ko-KR" alt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Arial Nova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4152</TotalTime>
  <Words>113</Words>
  <Application>Microsoft Office PowerPoint</Application>
  <PresentationFormat>A4 용지(210x297mm)</PresentationFormat>
  <Paragraphs>61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Arial Nova</vt:lpstr>
      <vt:lpstr>Cambria Math</vt:lpstr>
      <vt:lpstr>Times New Roman</vt:lpstr>
      <vt:lpstr>Office 테마</vt:lpstr>
      <vt:lpstr>Graph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45</cp:revision>
  <dcterms:created xsi:type="dcterms:W3CDTF">2024-12-18T11:05:27Z</dcterms:created>
  <dcterms:modified xsi:type="dcterms:W3CDTF">2026-07-02T22:49:46Z</dcterms:modified>
</cp:coreProperties>
</file>