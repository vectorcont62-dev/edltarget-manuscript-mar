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B859"/>
    <a:srgbClr val="AFE4FF"/>
    <a:srgbClr val="F1D365"/>
    <a:srgbClr val="9FD6EF"/>
    <a:srgbClr val="3A19FF"/>
    <a:srgbClr val="907DFF"/>
    <a:srgbClr val="FFFF00"/>
    <a:srgbClr val="FFE38B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5" autoAdjust="0"/>
    <p:restoredTop sz="94660"/>
  </p:normalViewPr>
  <p:slideViewPr>
    <p:cSldViewPr snapToGrid="0">
      <p:cViewPr varScale="1">
        <p:scale>
          <a:sx n="57" d="100"/>
          <a:sy n="57" d="100"/>
        </p:scale>
        <p:origin x="14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.emf"/><Relationship Id="rId3" Type="http://schemas.openxmlformats.org/officeDocument/2006/relationships/image" Target="../media/image2.png"/><Relationship Id="rId21" Type="http://schemas.openxmlformats.org/officeDocument/2006/relationships/image" Target="../media/image16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oleObject" Target="../embeddings/oleObject1.bin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oleObject" Target="../embeddings/oleObject1.bin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1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521" b="24931"/>
          <a:stretch>
            <a:fillRect/>
          </a:stretch>
        </p:blipFill>
        <p:spPr>
          <a:xfrm rot="16200000">
            <a:off x="5338646" y="3281180"/>
            <a:ext cx="1252920" cy="63383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510CBA5B-D76E-5DCC-9F24-ADE169B17A0C}"/>
              </a:ext>
            </a:extLst>
          </p:cNvPr>
          <p:cNvGrpSpPr/>
          <p:nvPr/>
        </p:nvGrpSpPr>
        <p:grpSpPr>
          <a:xfrm>
            <a:off x="424534" y="1906859"/>
            <a:ext cx="3318791" cy="4220091"/>
            <a:chOff x="424534" y="1906859"/>
            <a:chExt cx="3318791" cy="4220091"/>
          </a:xfrm>
        </p:grpSpPr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774A86F0-C443-DA34-8985-53F1D3C638BB}"/>
                </a:ext>
              </a:extLst>
            </p:cNvPr>
            <p:cNvCxnSpPr>
              <a:cxnSpLocks/>
            </p:cNvCxnSpPr>
            <p:nvPr/>
          </p:nvCxnSpPr>
          <p:spPr>
            <a:xfrm>
              <a:off x="2126659" y="2092625"/>
              <a:ext cx="0" cy="98157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AE1A7C84-B0B6-9860-FA27-6C833DB2F93A}"/>
                </a:ext>
              </a:extLst>
            </p:cNvPr>
            <p:cNvCxnSpPr>
              <a:cxnSpLocks/>
            </p:cNvCxnSpPr>
            <p:nvPr/>
          </p:nvCxnSpPr>
          <p:spPr>
            <a:xfrm>
              <a:off x="2895007" y="2057400"/>
              <a:ext cx="0" cy="1008751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46AF08A3-D3E3-F918-896B-35E2EADB57BA}"/>
                </a:ext>
              </a:extLst>
            </p:cNvPr>
            <p:cNvSpPr/>
            <p:nvPr/>
          </p:nvSpPr>
          <p:spPr>
            <a:xfrm>
              <a:off x="2707599" y="2096465"/>
              <a:ext cx="187388" cy="428288"/>
            </a:xfrm>
            <a:prstGeom prst="rect">
              <a:avLst/>
            </a:prstGeom>
            <a:solidFill>
              <a:srgbClr val="F9B8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b="1" baseline="-25000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19B03E9-80AF-7243-754C-5E0F2216C4DD}"/>
                </a:ext>
              </a:extLst>
            </p:cNvPr>
            <p:cNvCxnSpPr>
              <a:cxnSpLocks/>
            </p:cNvCxnSpPr>
            <p:nvPr/>
          </p:nvCxnSpPr>
          <p:spPr>
            <a:xfrm>
              <a:off x="2004533" y="2524110"/>
              <a:ext cx="10641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A092FB95-3CFD-EA9D-410B-F92547721757}"/>
                </a:ext>
              </a:extLst>
            </p:cNvPr>
            <p:cNvSpPr txBox="1"/>
            <p:nvPr/>
          </p:nvSpPr>
          <p:spPr>
            <a:xfrm>
              <a:off x="1337549" y="190685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35189" y="2262116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311925" y="2092625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69702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5705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1708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2337" y="2092625"/>
              <a:ext cx="0" cy="4124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7609" y="2092625"/>
              <a:ext cx="0" cy="4124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EDFD40AF-F4A1-5E80-FF8A-34B90C3CAC20}"/>
                </a:ext>
              </a:extLst>
            </p:cNvPr>
            <p:cNvSpPr/>
            <p:nvPr/>
          </p:nvSpPr>
          <p:spPr>
            <a:xfrm flipV="1">
              <a:off x="2130437" y="2402585"/>
              <a:ext cx="576195" cy="121525"/>
            </a:xfrm>
            <a:prstGeom prst="rect">
              <a:avLst/>
            </a:prstGeom>
            <a:solidFill>
              <a:srgbClr val="F9B8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baseline="-25000"/>
            </a:p>
          </p:txBody>
        </p:sp>
        <p:grpSp>
          <p:nvGrpSpPr>
            <p:cNvPr id="602" name="그룹 601">
              <a:extLst>
                <a:ext uri="{FF2B5EF4-FFF2-40B4-BE49-F238E27FC236}">
                  <a16:creationId xmlns:a16="http://schemas.microsoft.com/office/drawing/2014/main" id="{25232DB7-889A-3A06-F43F-E5A6A3570C2E}"/>
                </a:ext>
              </a:extLst>
            </p:cNvPr>
            <p:cNvGrpSpPr/>
            <p:nvPr/>
          </p:nvGrpSpPr>
          <p:grpSpPr>
            <a:xfrm>
              <a:off x="444954" y="3914309"/>
              <a:ext cx="2931952" cy="1267612"/>
              <a:chOff x="444954" y="3914309"/>
              <a:chExt cx="2931952" cy="1267612"/>
            </a:xfrm>
          </p:grpSpPr>
          <p:sp>
            <p:nvSpPr>
              <p:cNvPr id="276" name="타원 275">
                <a:extLst>
                  <a:ext uri="{FF2B5EF4-FFF2-40B4-BE49-F238E27FC236}">
                    <a16:creationId xmlns:a16="http://schemas.microsoft.com/office/drawing/2014/main" id="{8DD8B11A-3628-657D-A200-C7A5981CAA2E}"/>
                  </a:ext>
                </a:extLst>
              </p:cNvPr>
              <p:cNvSpPr/>
              <p:nvPr/>
            </p:nvSpPr>
            <p:spPr>
              <a:xfrm>
                <a:off x="710049" y="4215920"/>
                <a:ext cx="571304" cy="57130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00"/>
                  </a:gs>
                  <a:gs pos="68000">
                    <a:schemeClr val="bg1">
                      <a:lumMod val="87000"/>
                    </a:schemeClr>
                  </a:gs>
                  <a:gs pos="100000">
                    <a:schemeClr val="accent1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6BE220E-EFF7-B5AD-AA55-12AFA12A2D80}"/>
                  </a:ext>
                </a:extLst>
              </p:cNvPr>
              <p:cNvSpPr txBox="1"/>
              <p:nvPr/>
            </p:nvSpPr>
            <p:spPr>
              <a:xfrm>
                <a:off x="444954" y="391430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(d)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7" name="타원 276">
                <a:extLst>
                  <a:ext uri="{FF2B5EF4-FFF2-40B4-BE49-F238E27FC236}">
                    <a16:creationId xmlns:a16="http://schemas.microsoft.com/office/drawing/2014/main" id="{6EA85C1C-BCE6-A806-9B72-4BA03ECF4AA3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8" name="타원 277">
                <a:extLst>
                  <a:ext uri="{FF2B5EF4-FFF2-40B4-BE49-F238E27FC236}">
                    <a16:creationId xmlns:a16="http://schemas.microsoft.com/office/drawing/2014/main" id="{10D31041-C1B7-2C10-B59C-30CC0DC08E13}"/>
                  </a:ext>
                </a:extLst>
              </p:cNvPr>
              <p:cNvSpPr/>
              <p:nvPr/>
            </p:nvSpPr>
            <p:spPr>
              <a:xfrm>
                <a:off x="1595454" y="4360656"/>
                <a:ext cx="272853" cy="272853"/>
              </a:xfrm>
              <a:prstGeom prst="ellipse">
                <a:avLst/>
              </a:prstGeom>
              <a:solidFill>
                <a:srgbClr val="FFE38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9" name="타원 278">
                <a:extLst>
                  <a:ext uri="{FF2B5EF4-FFF2-40B4-BE49-F238E27FC236}">
                    <a16:creationId xmlns:a16="http://schemas.microsoft.com/office/drawing/2014/main" id="{369CEBC2-247C-C210-A5C2-C0FB15DAADEB}"/>
                  </a:ext>
                </a:extLst>
              </p:cNvPr>
              <p:cNvSpPr/>
              <p:nvPr/>
            </p:nvSpPr>
            <p:spPr>
              <a:xfrm>
                <a:off x="2009950" y="4350409"/>
                <a:ext cx="309600" cy="309600"/>
              </a:xfrm>
              <a:prstGeom prst="ellipse">
                <a:avLst/>
              </a:prstGeom>
              <a:solidFill>
                <a:srgbClr val="FFD85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1" name="타원 280">
                <a:extLst>
                  <a:ext uri="{FF2B5EF4-FFF2-40B4-BE49-F238E27FC236}">
                    <a16:creationId xmlns:a16="http://schemas.microsoft.com/office/drawing/2014/main" id="{21A3D865-1926-E1EA-8EC0-5ECCBBB71C3A}"/>
                  </a:ext>
                </a:extLst>
              </p:cNvPr>
              <p:cNvSpPr/>
              <p:nvPr/>
            </p:nvSpPr>
            <p:spPr>
              <a:xfrm>
                <a:off x="2796877" y="4219557"/>
                <a:ext cx="571304" cy="571304"/>
              </a:xfrm>
              <a:prstGeom prst="ellipse">
                <a:avLst/>
              </a:prstGeom>
              <a:solidFill>
                <a:srgbClr val="9FD6EF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E2154164-6EB4-BBC2-83BB-9807BA8A0FAD}"/>
                  </a:ext>
                </a:extLst>
              </p:cNvPr>
              <p:cNvSpPr txBox="1"/>
              <p:nvPr/>
            </p:nvSpPr>
            <p:spPr>
              <a:xfrm>
                <a:off x="756460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47B0BF86-A75A-D967-A3DE-666CC86B0DA2}"/>
                  </a:ext>
                </a:extLst>
              </p:cNvPr>
              <p:cNvSpPr txBox="1"/>
              <p:nvPr/>
            </p:nvSpPr>
            <p:spPr>
              <a:xfrm>
                <a:off x="143750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EBF81BA2-5982-C7CB-35FA-BD3114423799}"/>
                  </a:ext>
                </a:extLst>
              </p:cNvPr>
              <p:cNvSpPr txBox="1"/>
              <p:nvPr/>
            </p:nvSpPr>
            <p:spPr>
              <a:xfrm>
                <a:off x="187037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F8589EA8-0247-F490-E19A-1BF214FFBE31}"/>
                  </a:ext>
                </a:extLst>
              </p:cNvPr>
              <p:cNvSpPr txBox="1"/>
              <p:nvPr/>
            </p:nvSpPr>
            <p:spPr>
              <a:xfrm>
                <a:off x="2788152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0DAF6B8-35C0-2270-9B8A-E2FCB2E73D84}"/>
                  </a:ext>
                </a:extLst>
              </p:cNvPr>
              <p:cNvSpPr txBox="1"/>
              <p:nvPr/>
            </p:nvSpPr>
            <p:spPr>
              <a:xfrm>
                <a:off x="1134091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0993BB5-1391-F8E1-F8FD-807A6063E5CC}"/>
                  </a:ext>
                </a:extLst>
              </p:cNvPr>
              <p:cNvSpPr txBox="1"/>
              <p:nvPr/>
            </p:nvSpPr>
            <p:spPr>
              <a:xfrm>
                <a:off x="1700963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8D42F718-2BBB-5E53-016F-5F6FACB2A8C3}"/>
                  </a:ext>
                </a:extLst>
              </p:cNvPr>
              <p:cNvSpPr txBox="1"/>
              <p:nvPr/>
            </p:nvSpPr>
            <p:spPr>
              <a:xfrm>
                <a:off x="2124311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96FF35B4-D844-C815-986C-3283B9CE6941}"/>
                  </a:ext>
                </a:extLst>
              </p:cNvPr>
              <p:cNvSpPr txBox="1"/>
              <p:nvPr/>
            </p:nvSpPr>
            <p:spPr>
              <a:xfrm>
                <a:off x="2625737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50DA11A-2C1A-00A0-559F-BDD25ABADD55}"/>
                  </a:ext>
                </a:extLst>
              </p:cNvPr>
              <p:cNvSpPr txBox="1"/>
              <p:nvPr/>
            </p:nvSpPr>
            <p:spPr>
              <a:xfrm>
                <a:off x="2375024" y="3967866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8E64D4E-E985-1B5C-69F1-298289E8F7F8}"/>
                  </a:ext>
                </a:extLst>
              </p:cNvPr>
              <p:cNvSpPr txBox="1"/>
              <p:nvPr/>
            </p:nvSpPr>
            <p:spPr>
              <a:xfrm>
                <a:off x="1187590" y="4303226"/>
                <a:ext cx="4947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8628BE59-42D0-0D0A-7AE7-E58237A99F7D}"/>
                  </a:ext>
                </a:extLst>
              </p:cNvPr>
              <p:cNvSpPr txBox="1"/>
              <p:nvPr/>
            </p:nvSpPr>
            <p:spPr>
              <a:xfrm>
                <a:off x="1688837" y="4368783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1D95085C-622D-D872-4528-AFB638BFE7A8}"/>
                  </a:ext>
                </a:extLst>
              </p:cNvPr>
              <p:cNvSpPr txBox="1"/>
              <p:nvPr/>
            </p:nvSpPr>
            <p:spPr>
              <a:xfrm>
                <a:off x="2143363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CD6AB1EC-5A1A-47B0-0349-672876F53776}"/>
                  </a:ext>
                </a:extLst>
              </p:cNvPr>
              <p:cNvSpPr txBox="1"/>
              <p:nvPr/>
            </p:nvSpPr>
            <p:spPr>
              <a:xfrm>
                <a:off x="2478696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9DA45D9D-DB55-5B11-1B12-4252CB9D9884}"/>
                  </a:ext>
                </a:extLst>
              </p:cNvPr>
              <p:cNvSpPr txBox="1"/>
              <p:nvPr/>
            </p:nvSpPr>
            <p:spPr>
              <a:xfrm>
                <a:off x="2311029" y="4316981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3" name="TextBox 322">
                <a:extLst>
                  <a:ext uri="{FF2B5EF4-FFF2-40B4-BE49-F238E27FC236}">
                    <a16:creationId xmlns:a16="http://schemas.microsoft.com/office/drawing/2014/main" id="{5651BC82-8789-3433-1EB8-D4CF4570327B}"/>
                  </a:ext>
                </a:extLst>
              </p:cNvPr>
              <p:cNvSpPr txBox="1"/>
              <p:nvPr/>
            </p:nvSpPr>
            <p:spPr>
              <a:xfrm>
                <a:off x="155664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DEE149B-AF80-995F-364C-7B30804AC7FF}"/>
                  </a:ext>
                </a:extLst>
              </p:cNvPr>
              <p:cNvSpPr txBox="1"/>
              <p:nvPr/>
            </p:nvSpPr>
            <p:spPr>
              <a:xfrm>
                <a:off x="198951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61428639-B5CC-A1E6-6E44-E2F3756D6E2B}"/>
                  </a:ext>
                </a:extLst>
              </p:cNvPr>
              <p:cNvSpPr txBox="1"/>
              <p:nvPr/>
            </p:nvSpPr>
            <p:spPr>
              <a:xfrm>
                <a:off x="2883383" y="4397055"/>
                <a:ext cx="3982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7" name="타원 326">
                <a:extLst>
                  <a:ext uri="{FF2B5EF4-FFF2-40B4-BE49-F238E27FC236}">
                    <a16:creationId xmlns:a16="http://schemas.microsoft.com/office/drawing/2014/main" id="{B181EBE0-6235-0BAD-FFA9-4EE0646CA76B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8" name="타원 327">
                <a:extLst>
                  <a:ext uri="{FF2B5EF4-FFF2-40B4-BE49-F238E27FC236}">
                    <a16:creationId xmlns:a16="http://schemas.microsoft.com/office/drawing/2014/main" id="{C31A5A68-F7BF-96CF-D861-A345DF9C7DB2}"/>
                  </a:ext>
                </a:extLst>
              </p:cNvPr>
              <p:cNvSpPr/>
              <p:nvPr/>
            </p:nvSpPr>
            <p:spPr>
              <a:xfrm>
                <a:off x="840901" y="4346772"/>
                <a:ext cx="309600" cy="309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9" name="타원 328">
                <a:extLst>
                  <a:ext uri="{FF2B5EF4-FFF2-40B4-BE49-F238E27FC236}">
                    <a16:creationId xmlns:a16="http://schemas.microsoft.com/office/drawing/2014/main" id="{ED6D1C4E-8AA5-90B3-A252-703707B0C324}"/>
                  </a:ext>
                </a:extLst>
              </p:cNvPr>
              <p:cNvSpPr/>
              <p:nvPr/>
            </p:nvSpPr>
            <p:spPr>
              <a:xfrm>
                <a:off x="710049" y="4221336"/>
                <a:ext cx="571304" cy="560472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0" name="타원 329">
                <a:extLst>
                  <a:ext uri="{FF2B5EF4-FFF2-40B4-BE49-F238E27FC236}">
                    <a16:creationId xmlns:a16="http://schemas.microsoft.com/office/drawing/2014/main" id="{00BBD9C2-C889-3145-E219-08D367890D39}"/>
                  </a:ext>
                </a:extLst>
              </p:cNvPr>
              <p:cNvSpPr/>
              <p:nvPr/>
            </p:nvSpPr>
            <p:spPr>
              <a:xfrm>
                <a:off x="822901" y="4328772"/>
                <a:ext cx="345600" cy="345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0307F82A-86E3-931D-DF13-E1E6809399DA}"/>
                  </a:ext>
                </a:extLst>
              </p:cNvPr>
              <p:cNvSpPr txBox="1"/>
              <p:nvPr/>
            </p:nvSpPr>
            <p:spPr>
              <a:xfrm rot="19046009">
                <a:off x="1023784" y="4230902"/>
                <a:ext cx="25796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D8F9601B-D021-F693-AB9E-3399E894C53D}"/>
                  </a:ext>
                </a:extLst>
              </p:cNvPr>
              <p:cNvSpPr txBox="1"/>
              <p:nvPr/>
            </p:nvSpPr>
            <p:spPr>
              <a:xfrm>
                <a:off x="625200" y="4777741"/>
                <a:ext cx="756243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CTN charge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09685877-1FB1-2AAA-7B52-D06BA18CE6A6}"/>
                  </a:ext>
                </a:extLst>
              </p:cNvPr>
              <p:cNvSpPr txBox="1"/>
              <p:nvPr/>
            </p:nvSpPr>
            <p:spPr>
              <a:xfrm>
                <a:off x="1563412" y="4734879"/>
                <a:ext cx="97055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en-US" altLang="ko-KR" sz="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 baseline="30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(n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-n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36BF4E26-0AB0-A0E6-45A8-D3FECD0F0D75}"/>
                  </a:ext>
                </a:extLst>
              </p:cNvPr>
              <p:cNvSpPr txBox="1"/>
              <p:nvPr/>
            </p:nvSpPr>
            <p:spPr>
              <a:xfrm>
                <a:off x="2491079" y="4843367"/>
                <a:ext cx="62936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t,0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</a:p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t,N+1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122CFB43-F7D9-3B17-5B0D-F69694AD368F}"/>
                  </a:ext>
                </a:extLst>
              </p:cNvPr>
              <p:cNvSpPr txBox="1"/>
              <p:nvPr/>
            </p:nvSpPr>
            <p:spPr>
              <a:xfrm>
                <a:off x="1690208" y="4920495"/>
                <a:ext cx="857565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where, i=1-N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0" name="왼쪽 중괄호 599">
                <a:extLst>
                  <a:ext uri="{FF2B5EF4-FFF2-40B4-BE49-F238E27FC236}">
                    <a16:creationId xmlns:a16="http://schemas.microsoft.com/office/drawing/2014/main" id="{0B06AF7A-5F21-E240-86AA-5AFE821B1850}"/>
                  </a:ext>
                </a:extLst>
              </p:cNvPr>
              <p:cNvSpPr/>
              <p:nvPr/>
            </p:nvSpPr>
            <p:spPr>
              <a:xfrm>
                <a:off x="2504776" y="4937390"/>
                <a:ext cx="61691" cy="200055"/>
              </a:xfrm>
              <a:prstGeom prst="leftBrace">
                <a:avLst>
                  <a:gd name="adj1" fmla="val 36719"/>
                  <a:gd name="adj2" fmla="val 5000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59BBE540-BF13-CF0B-2A8C-58D0D51BFF84}"/>
                </a:ext>
              </a:extLst>
            </p:cNvPr>
            <p:cNvGrpSpPr/>
            <p:nvPr/>
          </p:nvGrpSpPr>
          <p:grpSpPr>
            <a:xfrm>
              <a:off x="424534" y="1908234"/>
              <a:ext cx="996615" cy="1878162"/>
              <a:chOff x="424534" y="1834037"/>
              <a:chExt cx="996615" cy="1878162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101F3636-4174-80B0-043F-2FCE2F5AAA31}"/>
                  </a:ext>
                </a:extLst>
              </p:cNvPr>
              <p:cNvGrpSpPr/>
              <p:nvPr/>
            </p:nvGrpSpPr>
            <p:grpSpPr>
              <a:xfrm>
                <a:off x="424534" y="1834037"/>
                <a:ext cx="996615" cy="1740582"/>
                <a:chOff x="424534" y="1834037"/>
                <a:chExt cx="996615" cy="1740582"/>
              </a:xfrm>
            </p:grpSpPr>
            <p:pic>
              <p:nvPicPr>
                <p:cNvPr id="3" name="그림 2" descr="직사각형, 스크린샷, 다채로움, 라인이(가) 표시된 사진&#10;&#10;AI 생성 콘텐츠는 정확하지 않을 수 있습니다.">
                  <a:extLst>
                    <a:ext uri="{FF2B5EF4-FFF2-40B4-BE49-F238E27FC236}">
                      <a16:creationId xmlns:a16="http://schemas.microsoft.com/office/drawing/2014/main" id="{815349AB-6D22-3FA0-F71E-BBA9F08AE6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3428" t="5993" r="1651" b="26690"/>
                <a:stretch>
                  <a:fillRect/>
                </a:stretch>
              </p:blipFill>
              <p:spPr>
                <a:xfrm rot="16200000">
                  <a:off x="277617" y="2637021"/>
                  <a:ext cx="1252919" cy="622278"/>
                </a:xfrm>
                <a:prstGeom prst="rect">
                  <a:avLst/>
                </a:prstGeom>
              </p:spPr>
            </p:pic>
            <p:sp>
              <p:nvSpPr>
                <p:cNvPr id="243" name="TextBox 242">
                  <a:extLst>
                    <a:ext uri="{FF2B5EF4-FFF2-40B4-BE49-F238E27FC236}">
                      <a16:creationId xmlns:a16="http://schemas.microsoft.com/office/drawing/2014/main" id="{D0F780A2-36A6-2D2E-078C-D8A480A1B324}"/>
                    </a:ext>
                  </a:extLst>
                </p:cNvPr>
                <p:cNvSpPr txBox="1"/>
                <p:nvPr/>
              </p:nvSpPr>
              <p:spPr>
                <a:xfrm>
                  <a:off x="424534" y="1834037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</a:t>
                  </a:r>
                  <a:endParaRPr lang="ko-KR" altLang="en-US" sz="7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367" name="직선 연결선 366">
                  <a:extLst>
                    <a:ext uri="{FF2B5EF4-FFF2-40B4-BE49-F238E27FC236}">
                      <a16:creationId xmlns:a16="http://schemas.microsoft.com/office/drawing/2014/main" id="{5EE1AD37-D1C0-EF99-596B-E8BC49960E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31" y="2053588"/>
                  <a:ext cx="0" cy="92173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8" name="화살표: 오른쪽으로 구부러짐 367">
                  <a:extLst>
                    <a:ext uri="{FF2B5EF4-FFF2-40B4-BE49-F238E27FC236}">
                      <a16:creationId xmlns:a16="http://schemas.microsoft.com/office/drawing/2014/main" id="{F3FCDA9C-A61C-6509-9EFA-85A141987B44}"/>
                    </a:ext>
                  </a:extLst>
                </p:cNvPr>
                <p:cNvSpPr/>
                <p:nvPr/>
              </p:nvSpPr>
              <p:spPr>
                <a:xfrm flipH="1">
                  <a:off x="557157" y="2071691"/>
                  <a:ext cx="95246" cy="88007"/>
                </a:xfrm>
                <a:prstGeom prst="curvedRightArrow">
                  <a:avLst>
                    <a:gd name="adj1" fmla="val 23009"/>
                    <a:gd name="adj2" fmla="val 50000"/>
                    <a:gd name="adj3" fmla="val 25000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057011A-587E-0EF3-A6ED-6A1D9EFA9842}"/>
                    </a:ext>
                  </a:extLst>
                </p:cNvPr>
                <p:cNvSpPr txBox="1"/>
                <p:nvPr/>
              </p:nvSpPr>
              <p:spPr>
                <a:xfrm>
                  <a:off x="591638" y="2001413"/>
                  <a:ext cx="709170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Cylindrical</a:t>
                  </a:r>
                  <a:endParaRPr lang="ko-KR" altLang="en-US" sz="7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370" name="직선 연결선 369">
                  <a:extLst>
                    <a:ext uri="{FF2B5EF4-FFF2-40B4-BE49-F238E27FC236}">
                      <a16:creationId xmlns:a16="http://schemas.microsoft.com/office/drawing/2014/main" id="{DE874BF3-ABE9-3A1F-075C-2F16D7AC32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0010" y="2930382"/>
                  <a:ext cx="92113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CB668A-DC99-22CA-1C9F-1A44A8FA6713}"/>
                  </a:ext>
                </a:extLst>
              </p:cNvPr>
              <p:cNvSpPr txBox="1"/>
              <p:nvPr/>
            </p:nvSpPr>
            <p:spPr>
              <a:xfrm rot="5400000">
                <a:off x="538189" y="3406290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filler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02CD1BE-121D-C9C1-6E5A-734EF365DAB9}"/>
                  </a:ext>
                </a:extLst>
              </p:cNvPr>
              <p:cNvSpPr txBox="1"/>
              <p:nvPr/>
            </p:nvSpPr>
            <p:spPr>
              <a:xfrm rot="5400000">
                <a:off x="663221" y="3429126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</a:t>
                </a:r>
                <a:endParaRPr lang="ko-KR" altLang="en-US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803257-969C-10D0-3645-B5D67385FFA6}"/>
                  </a:ext>
                </a:extLst>
              </p:cNvPr>
              <p:cNvSpPr txBox="1"/>
              <p:nvPr/>
            </p:nvSpPr>
            <p:spPr>
              <a:xfrm>
                <a:off x="767830" y="3527533"/>
                <a:ext cx="415044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O/N/O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765F5C1-FA68-6FC6-B915-60453ABF5567}"/>
                </a:ext>
              </a:extLst>
            </p:cNvPr>
            <p:cNvGrpSpPr/>
            <p:nvPr/>
          </p:nvGrpSpPr>
          <p:grpSpPr>
            <a:xfrm>
              <a:off x="1036975" y="2383018"/>
              <a:ext cx="2706350" cy="1633660"/>
              <a:chOff x="1036975" y="2383018"/>
              <a:chExt cx="2706350" cy="1633660"/>
            </a:xfrm>
          </p:grpSpPr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B5669FF4-8FE8-D49A-309F-D19A6356FB50}"/>
                  </a:ext>
                </a:extLst>
              </p:cNvPr>
              <p:cNvSpPr txBox="1"/>
              <p:nvPr/>
            </p:nvSpPr>
            <p:spPr>
              <a:xfrm>
                <a:off x="1765101" y="2513031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TOX</a:t>
                </a:r>
                <a:endParaRPr lang="ko-KR" altLang="en-US" sz="800" baseline="-25000"/>
              </a:p>
            </p:txBody>
          </p:sp>
          <p:cxnSp>
            <p:nvCxnSpPr>
              <p:cNvPr id="287" name="직선 화살표 연결선 286">
                <a:extLst>
                  <a:ext uri="{FF2B5EF4-FFF2-40B4-BE49-F238E27FC236}">
                    <a16:creationId xmlns:a16="http://schemas.microsoft.com/office/drawing/2014/main" id="{23AE9215-3390-736E-3B2A-0DF99148D6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0513" y="2695017"/>
                <a:ext cx="30515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직선 화살표 연결선 290">
                <a:extLst>
                  <a:ext uri="{FF2B5EF4-FFF2-40B4-BE49-F238E27FC236}">
                    <a16:creationId xmlns:a16="http://schemas.microsoft.com/office/drawing/2014/main" id="{62A9125C-86CA-D44C-8A8D-45A950A35A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0246" y="2695017"/>
                <a:ext cx="347424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직선 연결선 295">
                <a:extLst>
                  <a:ext uri="{FF2B5EF4-FFF2-40B4-BE49-F238E27FC236}">
                    <a16:creationId xmlns:a16="http://schemas.microsoft.com/office/drawing/2014/main" id="{7C914B9B-D90D-89E7-DD21-65FB665DFE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15602" y="2505600"/>
                <a:ext cx="0" cy="490013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직선 연결선 301">
                <a:extLst>
                  <a:ext uri="{FF2B5EF4-FFF2-40B4-BE49-F238E27FC236}">
                    <a16:creationId xmlns:a16="http://schemas.microsoft.com/office/drawing/2014/main" id="{25614B1E-D924-FF59-2058-CE44C3AB08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7670" y="2543350"/>
                <a:ext cx="0" cy="490013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D4200685-AE27-08CE-461E-792236B2B752}"/>
                  </a:ext>
                </a:extLst>
              </p:cNvPr>
              <p:cNvSpPr txBox="1"/>
              <p:nvPr/>
            </p:nvSpPr>
            <p:spPr>
              <a:xfrm>
                <a:off x="2860309" y="2513031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BOX</a:t>
                </a:r>
                <a:endParaRPr lang="ko-KR" altLang="en-US" sz="800" baseline="-25000"/>
              </a:p>
            </p:txBody>
          </p:sp>
          <p:cxnSp>
            <p:nvCxnSpPr>
              <p:cNvPr id="154" name="직선 연결선 153">
                <a:extLst>
                  <a:ext uri="{FF2B5EF4-FFF2-40B4-BE49-F238E27FC236}">
                    <a16:creationId xmlns:a16="http://schemas.microsoft.com/office/drawing/2014/main" id="{D67A80BB-2E99-FC41-02B9-16A6177891F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7549" y="3541573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>
                <a:extLst>
                  <a:ext uri="{FF2B5EF4-FFF2-40B4-BE49-F238E27FC236}">
                    <a16:creationId xmlns:a16="http://schemas.microsoft.com/office/drawing/2014/main" id="{02602C43-FB43-09F7-BD28-1BEB6E8FA1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1101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직선 연결선 157">
                <a:extLst>
                  <a:ext uri="{FF2B5EF4-FFF2-40B4-BE49-F238E27FC236}">
                    <a16:creationId xmlns:a16="http://schemas.microsoft.com/office/drawing/2014/main" id="{539F069C-82D8-6B60-A6EB-BDFD9D19A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89294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>
                <a:extLst>
                  <a:ext uri="{FF2B5EF4-FFF2-40B4-BE49-F238E27FC236}">
                    <a16:creationId xmlns:a16="http://schemas.microsoft.com/office/drawing/2014/main" id="{3BA686A7-CBED-C21F-DF8F-1E0FB81023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77487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>
                <a:extLst>
                  <a:ext uri="{FF2B5EF4-FFF2-40B4-BE49-F238E27FC236}">
                    <a16:creationId xmlns:a16="http://schemas.microsoft.com/office/drawing/2014/main" id="{E7FE8A5C-7405-C7D8-A2E1-842B02F6DD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65681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A39757E9-04D2-2A2B-887E-4824C9160A6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9748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직선 연결선 161">
                <a:extLst>
                  <a:ext uri="{FF2B5EF4-FFF2-40B4-BE49-F238E27FC236}">
                    <a16:creationId xmlns:a16="http://schemas.microsoft.com/office/drawing/2014/main" id="{DFFC7784-EBB0-A292-9F08-EC02DB24B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17200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0DA502E0-853D-BDF0-C22C-3F0D34EAC8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28592" y="3541573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1C924ED3-52C1-9B10-C93E-A832CD3F03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7549" y="3795784"/>
                <a:ext cx="20741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5" name="그룹 174">
                <a:extLst>
                  <a:ext uri="{FF2B5EF4-FFF2-40B4-BE49-F238E27FC236}">
                    <a16:creationId xmlns:a16="http://schemas.microsoft.com/office/drawing/2014/main" id="{0A3913FC-2799-DF40-643E-145B3A1E6088}"/>
                  </a:ext>
                </a:extLst>
              </p:cNvPr>
              <p:cNvGrpSpPr/>
              <p:nvPr/>
            </p:nvGrpSpPr>
            <p:grpSpPr>
              <a:xfrm>
                <a:off x="1544962" y="3716850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169" name="직선 연결선 168">
                  <a:extLst>
                    <a:ext uri="{FF2B5EF4-FFF2-40B4-BE49-F238E27FC236}">
                      <a16:creationId xmlns:a16="http://schemas.microsoft.com/office/drawing/2014/main" id="{858DDD00-D605-7EFC-46E6-EF72066FD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직선 연결선 170">
                  <a:extLst>
                    <a:ext uri="{FF2B5EF4-FFF2-40B4-BE49-F238E27FC236}">
                      <a16:creationId xmlns:a16="http://schemas.microsoft.com/office/drawing/2014/main" id="{5778B8AA-CC7C-8172-0A96-141FBEA276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D0111D35-C58D-DDD8-F39C-49B16F2399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93687" y="3795784"/>
                <a:ext cx="20741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6" name="그룹 175">
                <a:extLst>
                  <a:ext uri="{FF2B5EF4-FFF2-40B4-BE49-F238E27FC236}">
                    <a16:creationId xmlns:a16="http://schemas.microsoft.com/office/drawing/2014/main" id="{B5FCB9B3-5F28-0904-7DEF-7567524B71CD}"/>
                  </a:ext>
                </a:extLst>
              </p:cNvPr>
              <p:cNvGrpSpPr/>
              <p:nvPr/>
            </p:nvGrpSpPr>
            <p:grpSpPr>
              <a:xfrm>
                <a:off x="1871812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177" name="직선 연결선 176">
                  <a:extLst>
                    <a:ext uri="{FF2B5EF4-FFF2-40B4-BE49-F238E27FC236}">
                      <a16:creationId xmlns:a16="http://schemas.microsoft.com/office/drawing/2014/main" id="{362F527A-BC4A-A4E6-3C99-5FB92F0811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직선 연결선 177">
                  <a:extLst>
                    <a:ext uri="{FF2B5EF4-FFF2-40B4-BE49-F238E27FC236}">
                      <a16:creationId xmlns:a16="http://schemas.microsoft.com/office/drawing/2014/main" id="{7F58D7F2-0566-7828-063D-FC2031225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99E4E3C9-4EC7-8A68-BA8D-035390FE2A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03055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687F3EF2-B2EA-3585-3079-EF014F25C8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1755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47" name="그룹 246">
                <a:extLst>
                  <a:ext uri="{FF2B5EF4-FFF2-40B4-BE49-F238E27FC236}">
                    <a16:creationId xmlns:a16="http://schemas.microsoft.com/office/drawing/2014/main" id="{4A544A87-3205-09C1-F8AE-AEA619BB1D31}"/>
                  </a:ext>
                </a:extLst>
              </p:cNvPr>
              <p:cNvGrpSpPr/>
              <p:nvPr/>
            </p:nvGrpSpPr>
            <p:grpSpPr>
              <a:xfrm>
                <a:off x="2060015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48" name="직선 연결선 247">
                  <a:extLst>
                    <a:ext uri="{FF2B5EF4-FFF2-40B4-BE49-F238E27FC236}">
                      <a16:creationId xmlns:a16="http://schemas.microsoft.com/office/drawing/2014/main" id="{6A40951E-B7F6-245F-0095-03DA7093D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" name="직선 연결선 248">
                  <a:extLst>
                    <a:ext uri="{FF2B5EF4-FFF2-40B4-BE49-F238E27FC236}">
                      <a16:creationId xmlns:a16="http://schemas.microsoft.com/office/drawing/2014/main" id="{9AF25614-9FC7-A69E-12FD-804B40816B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0" name="직선 연결선 249">
                <a:extLst>
                  <a:ext uri="{FF2B5EF4-FFF2-40B4-BE49-F238E27FC236}">
                    <a16:creationId xmlns:a16="http://schemas.microsoft.com/office/drawing/2014/main" id="{C8866682-3C5D-50B8-F0D4-D9EF27302C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125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직선 연결선 250">
                <a:extLst>
                  <a:ext uri="{FF2B5EF4-FFF2-40B4-BE49-F238E27FC236}">
                    <a16:creationId xmlns:a16="http://schemas.microsoft.com/office/drawing/2014/main" id="{5E00658A-953C-0160-C206-00DE5ED167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995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2" name="그룹 251">
                <a:extLst>
                  <a:ext uri="{FF2B5EF4-FFF2-40B4-BE49-F238E27FC236}">
                    <a16:creationId xmlns:a16="http://schemas.microsoft.com/office/drawing/2014/main" id="{425BA2C3-A01B-4E7E-A412-BF54DB4C1EDB}"/>
                  </a:ext>
                </a:extLst>
              </p:cNvPr>
              <p:cNvGrpSpPr/>
              <p:nvPr/>
            </p:nvGrpSpPr>
            <p:grpSpPr>
              <a:xfrm>
                <a:off x="2247889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53" name="직선 연결선 252">
                  <a:extLst>
                    <a:ext uri="{FF2B5EF4-FFF2-40B4-BE49-F238E27FC236}">
                      <a16:creationId xmlns:a16="http://schemas.microsoft.com/office/drawing/2014/main" id="{C2CCB0DC-8B46-BF45-4F21-09C19B6D79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직선 연결선 253">
                  <a:extLst>
                    <a:ext uri="{FF2B5EF4-FFF2-40B4-BE49-F238E27FC236}">
                      <a16:creationId xmlns:a16="http://schemas.microsoft.com/office/drawing/2014/main" id="{5D7A4370-623E-FF90-FDBF-4CC524FDA0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5" name="직선 연결선 254">
                <a:extLst>
                  <a:ext uri="{FF2B5EF4-FFF2-40B4-BE49-F238E27FC236}">
                    <a16:creationId xmlns:a16="http://schemas.microsoft.com/office/drawing/2014/main" id="{8534D837-797C-8F5C-BEFD-59BC16A62E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9133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직선 연결선 255">
                <a:extLst>
                  <a:ext uri="{FF2B5EF4-FFF2-40B4-BE49-F238E27FC236}">
                    <a16:creationId xmlns:a16="http://schemas.microsoft.com/office/drawing/2014/main" id="{AC82A5C7-EBE0-2060-48EE-EC76C4F16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97832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7" name="그룹 256">
                <a:extLst>
                  <a:ext uri="{FF2B5EF4-FFF2-40B4-BE49-F238E27FC236}">
                    <a16:creationId xmlns:a16="http://schemas.microsoft.com/office/drawing/2014/main" id="{9AFD18F3-FEA4-CA0F-FD40-B6CD95EB3938}"/>
                  </a:ext>
                </a:extLst>
              </p:cNvPr>
              <p:cNvGrpSpPr/>
              <p:nvPr/>
            </p:nvGrpSpPr>
            <p:grpSpPr>
              <a:xfrm>
                <a:off x="2797823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58" name="직선 연결선 257">
                  <a:extLst>
                    <a:ext uri="{FF2B5EF4-FFF2-40B4-BE49-F238E27FC236}">
                      <a16:creationId xmlns:a16="http://schemas.microsoft.com/office/drawing/2014/main" id="{F0D87BAA-F0D6-61C5-E6DA-BF4F1BBE0A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직선 연결선 258">
                  <a:extLst>
                    <a:ext uri="{FF2B5EF4-FFF2-40B4-BE49-F238E27FC236}">
                      <a16:creationId xmlns:a16="http://schemas.microsoft.com/office/drawing/2014/main" id="{774643FC-B05F-6DE7-20ED-E432BDBF48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60" name="직선 연결선 259">
                <a:extLst>
                  <a:ext uri="{FF2B5EF4-FFF2-40B4-BE49-F238E27FC236}">
                    <a16:creationId xmlns:a16="http://schemas.microsoft.com/office/drawing/2014/main" id="{9FD70977-9E28-7E45-6745-8D3D990AA4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29067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직선 연결선 260">
                <a:extLst>
                  <a:ext uri="{FF2B5EF4-FFF2-40B4-BE49-F238E27FC236}">
                    <a16:creationId xmlns:a16="http://schemas.microsoft.com/office/drawing/2014/main" id="{BCA3FA44-42BB-CC4C-D231-5A3E629FB4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7766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직선 연결선 261">
                <a:extLst>
                  <a:ext uri="{FF2B5EF4-FFF2-40B4-BE49-F238E27FC236}">
                    <a16:creationId xmlns:a16="http://schemas.microsoft.com/office/drawing/2014/main" id="{5D43958B-87C9-AF13-EEF7-2233644EA7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14247" y="3795784"/>
                <a:ext cx="239728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3" name="그룹 262">
                <a:extLst>
                  <a:ext uri="{FF2B5EF4-FFF2-40B4-BE49-F238E27FC236}">
                    <a16:creationId xmlns:a16="http://schemas.microsoft.com/office/drawing/2014/main" id="{6896CF18-8A5A-6738-8E9A-1CBCD8003BAC}"/>
                  </a:ext>
                </a:extLst>
              </p:cNvPr>
              <p:cNvGrpSpPr/>
              <p:nvPr/>
            </p:nvGrpSpPr>
            <p:grpSpPr>
              <a:xfrm>
                <a:off x="3148534" y="3716850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64" name="직선 연결선 263">
                  <a:extLst>
                    <a:ext uri="{FF2B5EF4-FFF2-40B4-BE49-F238E27FC236}">
                      <a16:creationId xmlns:a16="http://schemas.microsoft.com/office/drawing/2014/main" id="{7D51F7CB-EA73-CCC4-F8A6-E04C12F4EC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직선 연결선 264">
                  <a:extLst>
                    <a:ext uri="{FF2B5EF4-FFF2-40B4-BE49-F238E27FC236}">
                      <a16:creationId xmlns:a16="http://schemas.microsoft.com/office/drawing/2014/main" id="{60DFA192-098F-993E-6771-97A968195E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4F4D09EC-9032-3E8E-4177-1A0DCEFC26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97462" y="3795784"/>
                <a:ext cx="231538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46D2977F-4FCD-5CD6-3D37-75749140FE2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5166" y="3529889"/>
                    <a:ext cx="343599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𝐓𝐎𝐗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46D2977F-4FCD-5CD6-3D37-75749140FE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5166" y="3529889"/>
                    <a:ext cx="343599" cy="17995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0" name="TextBox 269">
                    <a:extLst>
                      <a:ext uri="{FF2B5EF4-FFF2-40B4-BE49-F238E27FC236}">
                        <a16:creationId xmlns:a16="http://schemas.microsoft.com/office/drawing/2014/main" id="{71B450CB-DEBE-66D1-1FF6-F4B71B3E0EFB}"/>
                      </a:ext>
                    </a:extLst>
                  </p:cNvPr>
                  <p:cNvSpPr txBox="1"/>
                  <p:nvPr/>
                </p:nvSpPr>
                <p:spPr>
                  <a:xfrm>
                    <a:off x="1814163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0" name="TextBox 269">
                    <a:extLst>
                      <a:ext uri="{FF2B5EF4-FFF2-40B4-BE49-F238E27FC236}">
                        <a16:creationId xmlns:a16="http://schemas.microsoft.com/office/drawing/2014/main" id="{71B450CB-DEBE-66D1-1FF6-F4B71B3E0E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14163" y="3529889"/>
                    <a:ext cx="191295" cy="17995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2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C979B03C-CE83-5E47-37F8-A94D75DFCDF3}"/>
                      </a:ext>
                    </a:extLst>
                  </p:cNvPr>
                  <p:cNvSpPr txBox="1"/>
                  <p:nvPr/>
                </p:nvSpPr>
                <p:spPr>
                  <a:xfrm>
                    <a:off x="2009004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C979B03C-CE83-5E47-37F8-A94D75DFCD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9004" y="3529889"/>
                    <a:ext cx="191295" cy="17995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2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FEB51AC4-52D3-8E0A-7C3D-5338A1592303}"/>
                      </a:ext>
                    </a:extLst>
                  </p:cNvPr>
                  <p:cNvSpPr txBox="1"/>
                  <p:nvPr/>
                </p:nvSpPr>
                <p:spPr>
                  <a:xfrm>
                    <a:off x="2196454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FEB51AC4-52D3-8E0A-7C3D-5338A15923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6454" y="3529889"/>
                    <a:ext cx="191295" cy="17995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CF4FB1F2-BC44-FF72-203A-10ED9568662F}"/>
                      </a:ext>
                    </a:extLst>
                  </p:cNvPr>
                  <p:cNvSpPr txBox="1"/>
                  <p:nvPr/>
                </p:nvSpPr>
                <p:spPr>
                  <a:xfrm>
                    <a:off x="2736315" y="3529889"/>
                    <a:ext cx="200667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𝐍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CF4FB1F2-BC44-FF72-203A-10ED956866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36315" y="3529889"/>
                    <a:ext cx="200667" cy="17995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03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TextBox 273">
                    <a:extLst>
                      <a:ext uri="{FF2B5EF4-FFF2-40B4-BE49-F238E27FC236}">
                        <a16:creationId xmlns:a16="http://schemas.microsoft.com/office/drawing/2014/main" id="{D1CD0F79-60FA-B84B-9906-CAD1F9EA9E10}"/>
                      </a:ext>
                    </a:extLst>
                  </p:cNvPr>
                  <p:cNvSpPr txBox="1"/>
                  <p:nvPr/>
                </p:nvSpPr>
                <p:spPr>
                  <a:xfrm>
                    <a:off x="3016373" y="3529889"/>
                    <a:ext cx="343599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𝐁𝐎𝐗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4" name="TextBox 273">
                    <a:extLst>
                      <a:ext uri="{FF2B5EF4-FFF2-40B4-BE49-F238E27FC236}">
                        <a16:creationId xmlns:a16="http://schemas.microsoft.com/office/drawing/2014/main" id="{D1CD0F79-60FA-B84B-9906-CAD1F9EA9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16373" y="3529889"/>
                    <a:ext cx="343599" cy="17995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7" name="직선 연결선 386">
                <a:extLst>
                  <a:ext uri="{FF2B5EF4-FFF2-40B4-BE49-F238E27FC236}">
                    <a16:creationId xmlns:a16="http://schemas.microsoft.com/office/drawing/2014/main" id="{C991E36E-97A7-AED4-A89A-9285F71505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7549" y="2998006"/>
                <a:ext cx="465393" cy="538163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직선 연결선 389">
                <a:extLst>
                  <a:ext uri="{FF2B5EF4-FFF2-40B4-BE49-F238E27FC236}">
                    <a16:creationId xmlns:a16="http://schemas.microsoft.com/office/drawing/2014/main" id="{04D00524-3752-E0B4-8703-2D743D5364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2942" y="3005139"/>
                <a:ext cx="321133" cy="526266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직선 연결선 440">
                <a:extLst>
                  <a:ext uri="{FF2B5EF4-FFF2-40B4-BE49-F238E27FC236}">
                    <a16:creationId xmlns:a16="http://schemas.microsoft.com/office/drawing/2014/main" id="{5DB5B61E-3F92-DB21-E033-AAD0E21211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85318" y="3009900"/>
                <a:ext cx="267346" cy="53103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직선 연결선 442">
                <a:extLst>
                  <a:ext uri="{FF2B5EF4-FFF2-40B4-BE49-F238E27FC236}">
                    <a16:creationId xmlns:a16="http://schemas.microsoft.com/office/drawing/2014/main" id="{0467CDCB-4F43-40D8-7834-FA7BDD013B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76741" y="3017043"/>
                <a:ext cx="184281" cy="5262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직선 연결선 444">
                <a:extLst>
                  <a:ext uri="{FF2B5EF4-FFF2-40B4-BE49-F238E27FC236}">
                    <a16:creationId xmlns:a16="http://schemas.microsoft.com/office/drawing/2014/main" id="{D7B892EC-7821-A165-A815-A2DD74ADCD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63404" y="2995613"/>
                <a:ext cx="144052" cy="542935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8" name="직선 연결선 497">
                <a:extLst>
                  <a:ext uri="{FF2B5EF4-FFF2-40B4-BE49-F238E27FC236}">
                    <a16:creationId xmlns:a16="http://schemas.microsoft.com/office/drawing/2014/main" id="{D8FE7AF9-D382-C723-0ECD-31328D60A89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7735" y="3005139"/>
                <a:ext cx="32135" cy="53102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1" name="직선 연결선 500">
                <a:extLst>
                  <a:ext uri="{FF2B5EF4-FFF2-40B4-BE49-F238E27FC236}">
                    <a16:creationId xmlns:a16="http://schemas.microsoft.com/office/drawing/2014/main" id="{111C8609-A6A5-EFD0-98CA-9CCA80DEE7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02908" y="2995613"/>
                <a:ext cx="12945" cy="54769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직선 연결선 502">
                <a:extLst>
                  <a:ext uri="{FF2B5EF4-FFF2-40B4-BE49-F238E27FC236}">
                    <a16:creationId xmlns:a16="http://schemas.microsoft.com/office/drawing/2014/main" id="{AA403EFF-F92A-93AE-2840-E4D7C929237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40882" y="3012281"/>
                <a:ext cx="188118" cy="519114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E2BADC0F-0D8F-86A1-DC99-A502776BBCEE}"/>
                  </a:ext>
                </a:extLst>
              </p:cNvPr>
              <p:cNvSpPr txBox="1"/>
              <p:nvPr/>
            </p:nvSpPr>
            <p:spPr>
              <a:xfrm>
                <a:off x="1611519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0" name="TextBox 379">
                <a:extLst>
                  <a:ext uri="{FF2B5EF4-FFF2-40B4-BE49-F238E27FC236}">
                    <a16:creationId xmlns:a16="http://schemas.microsoft.com/office/drawing/2014/main" id="{31B0E5D6-95BF-D485-B604-BA339A70F264}"/>
                  </a:ext>
                </a:extLst>
              </p:cNvPr>
              <p:cNvSpPr txBox="1"/>
              <p:nvPr/>
            </p:nvSpPr>
            <p:spPr>
              <a:xfrm>
                <a:off x="1802943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1" name="TextBox 380">
                <a:extLst>
                  <a:ext uri="{FF2B5EF4-FFF2-40B4-BE49-F238E27FC236}">
                    <a16:creationId xmlns:a16="http://schemas.microsoft.com/office/drawing/2014/main" id="{985DCA86-1987-EBE5-2604-F54B58722395}"/>
                  </a:ext>
                </a:extLst>
              </p:cNvPr>
              <p:cNvSpPr txBox="1"/>
              <p:nvPr/>
            </p:nvSpPr>
            <p:spPr>
              <a:xfrm>
                <a:off x="1994367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2" name="TextBox 381">
                <a:extLst>
                  <a:ext uri="{FF2B5EF4-FFF2-40B4-BE49-F238E27FC236}">
                    <a16:creationId xmlns:a16="http://schemas.microsoft.com/office/drawing/2014/main" id="{8C362E45-65A7-E6E9-F239-F7A30774B8E8}"/>
                  </a:ext>
                </a:extLst>
              </p:cNvPr>
              <p:cNvSpPr txBox="1"/>
              <p:nvPr/>
            </p:nvSpPr>
            <p:spPr>
              <a:xfrm>
                <a:off x="2185791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3" name="TextBox 382">
                <a:extLst>
                  <a:ext uri="{FF2B5EF4-FFF2-40B4-BE49-F238E27FC236}">
                    <a16:creationId xmlns:a16="http://schemas.microsoft.com/office/drawing/2014/main" id="{330677C6-3615-CB5D-D3D3-D512939DB7A2}"/>
                  </a:ext>
                </a:extLst>
              </p:cNvPr>
              <p:cNvSpPr txBox="1"/>
              <p:nvPr/>
            </p:nvSpPr>
            <p:spPr>
              <a:xfrm>
                <a:off x="2450798" y="3816623"/>
                <a:ext cx="45211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N-1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4" name="TextBox 383">
                <a:extLst>
                  <a:ext uri="{FF2B5EF4-FFF2-40B4-BE49-F238E27FC236}">
                    <a16:creationId xmlns:a16="http://schemas.microsoft.com/office/drawing/2014/main" id="{D24CAA37-19FB-8226-9462-3414FB0704E4}"/>
                  </a:ext>
                </a:extLst>
              </p:cNvPr>
              <p:cNvSpPr txBox="1"/>
              <p:nvPr/>
            </p:nvSpPr>
            <p:spPr>
              <a:xfrm>
                <a:off x="2676853" y="3816623"/>
                <a:ext cx="45211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29" name="타원 528">
                <a:extLst>
                  <a:ext uri="{FF2B5EF4-FFF2-40B4-BE49-F238E27FC236}">
                    <a16:creationId xmlns:a16="http://schemas.microsoft.com/office/drawing/2014/main" id="{150189BC-D2B2-F398-4069-4677D0510866}"/>
                  </a:ext>
                </a:extLst>
              </p:cNvPr>
              <p:cNvSpPr/>
              <p:nvPr/>
            </p:nvSpPr>
            <p:spPr>
              <a:xfrm>
                <a:off x="1777021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0" name="타원 529">
                <a:extLst>
                  <a:ext uri="{FF2B5EF4-FFF2-40B4-BE49-F238E27FC236}">
                    <a16:creationId xmlns:a16="http://schemas.microsoft.com/office/drawing/2014/main" id="{9C400FDC-FCA7-6175-E5E4-87ED54B83660}"/>
                  </a:ext>
                </a:extLst>
              </p:cNvPr>
              <p:cNvSpPr/>
              <p:nvPr/>
            </p:nvSpPr>
            <p:spPr>
              <a:xfrm>
                <a:off x="1968447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1" name="타원 530">
                <a:extLst>
                  <a:ext uri="{FF2B5EF4-FFF2-40B4-BE49-F238E27FC236}">
                    <a16:creationId xmlns:a16="http://schemas.microsoft.com/office/drawing/2014/main" id="{A5B8A8C4-3BBC-246F-44C6-C0A4557668FA}"/>
                  </a:ext>
                </a:extLst>
              </p:cNvPr>
              <p:cNvSpPr/>
              <p:nvPr/>
            </p:nvSpPr>
            <p:spPr>
              <a:xfrm>
                <a:off x="2150121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2" name="타원 531">
                <a:extLst>
                  <a:ext uri="{FF2B5EF4-FFF2-40B4-BE49-F238E27FC236}">
                    <a16:creationId xmlns:a16="http://schemas.microsoft.com/office/drawing/2014/main" id="{5C989211-52B7-CC69-B9F2-C30B55CCF789}"/>
                  </a:ext>
                </a:extLst>
              </p:cNvPr>
              <p:cNvSpPr/>
              <p:nvPr/>
            </p:nvSpPr>
            <p:spPr>
              <a:xfrm>
                <a:off x="233954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3" name="타원 532">
                <a:extLst>
                  <a:ext uri="{FF2B5EF4-FFF2-40B4-BE49-F238E27FC236}">
                    <a16:creationId xmlns:a16="http://schemas.microsoft.com/office/drawing/2014/main" id="{791247FB-BC34-B6B2-7B11-183B40396106}"/>
                  </a:ext>
                </a:extLst>
              </p:cNvPr>
              <p:cNvSpPr/>
              <p:nvPr/>
            </p:nvSpPr>
            <p:spPr>
              <a:xfrm>
                <a:off x="271075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4" name="타원 533">
                <a:extLst>
                  <a:ext uri="{FF2B5EF4-FFF2-40B4-BE49-F238E27FC236}">
                    <a16:creationId xmlns:a16="http://schemas.microsoft.com/office/drawing/2014/main" id="{AAA741BF-A0D6-6244-41FC-E760B180F0BD}"/>
                  </a:ext>
                </a:extLst>
              </p:cNvPr>
              <p:cNvSpPr/>
              <p:nvPr/>
            </p:nvSpPr>
            <p:spPr>
              <a:xfrm>
                <a:off x="289136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539" name="직선 연결선 538">
                <a:extLst>
                  <a:ext uri="{FF2B5EF4-FFF2-40B4-BE49-F238E27FC236}">
                    <a16:creationId xmlns:a16="http://schemas.microsoft.com/office/drawing/2014/main" id="{CF794C72-937C-27DA-AA59-162B2A7BF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530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직선 연결선 556">
                <a:extLst>
                  <a:ext uri="{FF2B5EF4-FFF2-40B4-BE49-F238E27FC236}">
                    <a16:creationId xmlns:a16="http://schemas.microsoft.com/office/drawing/2014/main" id="{1DCA924D-889F-4010-F193-FAD3E95796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172399" y="2529631"/>
                <a:ext cx="83181" cy="466784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직선 연결선 558">
                <a:extLst>
                  <a:ext uri="{FF2B5EF4-FFF2-40B4-BE49-F238E27FC236}">
                    <a16:creationId xmlns:a16="http://schemas.microsoft.com/office/drawing/2014/main" id="{1AF49994-950C-FB04-539A-54D2449C46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14970" y="2529631"/>
                <a:ext cx="165852" cy="48265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직선 연결선 561">
                <a:extLst>
                  <a:ext uri="{FF2B5EF4-FFF2-40B4-BE49-F238E27FC236}">
                    <a16:creationId xmlns:a16="http://schemas.microsoft.com/office/drawing/2014/main" id="{F25C05D1-DEFC-7D4E-D0EA-31C16302E2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61009" y="2529631"/>
                <a:ext cx="247446" cy="47550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84" name="그룹 583">
                <a:extLst>
                  <a:ext uri="{FF2B5EF4-FFF2-40B4-BE49-F238E27FC236}">
                    <a16:creationId xmlns:a16="http://schemas.microsoft.com/office/drawing/2014/main" id="{13BAB7FF-14AF-413C-3453-C51142874F93}"/>
                  </a:ext>
                </a:extLst>
              </p:cNvPr>
              <p:cNvGrpSpPr/>
              <p:nvPr/>
            </p:nvGrpSpPr>
            <p:grpSpPr>
              <a:xfrm>
                <a:off x="1100330" y="2383018"/>
                <a:ext cx="2642995" cy="919688"/>
                <a:chOff x="1100330" y="2383018"/>
                <a:chExt cx="2642995" cy="919688"/>
              </a:xfrm>
            </p:grpSpPr>
            <p:grpSp>
              <p:nvGrpSpPr>
                <p:cNvPr id="376" name="그룹 375">
                  <a:extLst>
                    <a:ext uri="{FF2B5EF4-FFF2-40B4-BE49-F238E27FC236}">
                      <a16:creationId xmlns:a16="http://schemas.microsoft.com/office/drawing/2014/main" id="{C3BE488E-1CC4-F4DC-7EF2-46DCD19FBD15}"/>
                    </a:ext>
                  </a:extLst>
                </p:cNvPr>
                <p:cNvGrpSpPr/>
                <p:nvPr/>
              </p:nvGrpSpPr>
              <p:grpSpPr>
                <a:xfrm>
                  <a:off x="1100330" y="2383018"/>
                  <a:ext cx="2642995" cy="919688"/>
                  <a:chOff x="1100330" y="2445789"/>
                  <a:chExt cx="2642995" cy="919688"/>
                </a:xfrm>
              </p:grpSpPr>
              <p:sp>
                <p:nvSpPr>
                  <p:cNvPr id="106" name="원호 105">
                    <a:extLst>
                      <a:ext uri="{FF2B5EF4-FFF2-40B4-BE49-F238E27FC236}">
                        <a16:creationId xmlns:a16="http://schemas.microsoft.com/office/drawing/2014/main" id="{16B01734-5DEF-98A7-B0E8-BCA92FECB895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327519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08" name="원호 107">
                    <a:extLst>
                      <a:ext uri="{FF2B5EF4-FFF2-40B4-BE49-F238E27FC236}">
                        <a16:creationId xmlns:a16="http://schemas.microsoft.com/office/drawing/2014/main" id="{6BE72316-64B4-B955-891D-31D0D7852911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638731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09" name="원호 108">
                    <a:extLst>
                      <a:ext uri="{FF2B5EF4-FFF2-40B4-BE49-F238E27FC236}">
                        <a16:creationId xmlns:a16="http://schemas.microsoft.com/office/drawing/2014/main" id="{06A32E60-D779-439A-2584-FE9797F2C892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403943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1" name="원호 110">
                    <a:extLst>
                      <a:ext uri="{FF2B5EF4-FFF2-40B4-BE49-F238E27FC236}">
                        <a16:creationId xmlns:a16="http://schemas.microsoft.com/office/drawing/2014/main" id="{D15A1AFD-69CA-E666-E4C1-DAF8AC10D8DB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749025" y="2820816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115" name="직선 연결선 114">
                    <a:extLst>
                      <a:ext uri="{FF2B5EF4-FFF2-40B4-BE49-F238E27FC236}">
                        <a16:creationId xmlns:a16="http://schemas.microsoft.com/office/drawing/2014/main" id="{BB1FB9B4-C128-18AF-A7A2-012790D133F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10775" y="3062098"/>
                    <a:ext cx="1990301" cy="0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6" name="원호 115">
                    <a:extLst>
                      <a:ext uri="{FF2B5EF4-FFF2-40B4-BE49-F238E27FC236}">
                        <a16:creationId xmlns:a16="http://schemas.microsoft.com/office/drawing/2014/main" id="{4D102B16-0963-803B-140D-246B67B2138F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891259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7" name="원호 116">
                    <a:extLst>
                      <a:ext uri="{FF2B5EF4-FFF2-40B4-BE49-F238E27FC236}">
                        <a16:creationId xmlns:a16="http://schemas.microsoft.com/office/drawing/2014/main" id="{E61463C4-7263-165D-92BA-2CF31A39E4A3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764995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8" name="원호 117">
                    <a:extLst>
                      <a:ext uri="{FF2B5EF4-FFF2-40B4-BE49-F238E27FC236}">
                        <a16:creationId xmlns:a16="http://schemas.microsoft.com/office/drawing/2014/main" id="{590D0408-594B-AE85-EB8E-132E95346469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017523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23" name="원호 122">
                    <a:extLst>
                      <a:ext uri="{FF2B5EF4-FFF2-40B4-BE49-F238E27FC236}">
                        <a16:creationId xmlns:a16="http://schemas.microsoft.com/office/drawing/2014/main" id="{E16EFC02-4A72-9064-F362-CC5CB3A8C761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275848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36" name="TextBox 235">
                        <a:extLst>
                          <a:ext uri="{FF2B5EF4-FFF2-40B4-BE49-F238E27FC236}">
                            <a16:creationId xmlns:a16="http://schemas.microsoft.com/office/drawing/2014/main" id="{433868C9-1F95-7970-7843-30B71BD81ED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022732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baseline="-2500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36" name="TextBox 235">
                        <a:extLst>
                          <a:ext uri="{FF2B5EF4-FFF2-40B4-BE49-F238E27FC236}">
                            <a16:creationId xmlns:a16="http://schemas.microsoft.com/office/drawing/2014/main" id="{433868C9-1F95-7970-7843-30B71BD81E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022732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41" name="TextBox 240">
                    <a:extLst>
                      <a:ext uri="{FF2B5EF4-FFF2-40B4-BE49-F238E27FC236}">
                        <a16:creationId xmlns:a16="http://schemas.microsoft.com/office/drawing/2014/main" id="{4EA6AAAD-A574-18EB-7BE1-0D375FCA1C71}"/>
                      </a:ext>
                    </a:extLst>
                  </p:cNvPr>
                  <p:cNvSpPr txBox="1"/>
                  <p:nvPr/>
                </p:nvSpPr>
                <p:spPr>
                  <a:xfrm>
                    <a:off x="1100330" y="3057700"/>
                    <a:ext cx="709170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Si - Channel</a:t>
                    </a:r>
                    <a:b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</a:br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(Ch)</a:t>
                    </a:r>
                    <a:endParaRPr lang="ko-KR" altLang="en-US" sz="7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42" name="TextBox 241">
                    <a:extLst>
                      <a:ext uri="{FF2B5EF4-FFF2-40B4-BE49-F238E27FC236}">
                        <a16:creationId xmlns:a16="http://schemas.microsoft.com/office/drawing/2014/main" id="{ADFA6492-8EC7-611E-E3A4-B264B7B6BE00}"/>
                      </a:ext>
                    </a:extLst>
                  </p:cNvPr>
                  <p:cNvSpPr txBox="1"/>
                  <p:nvPr/>
                </p:nvSpPr>
                <p:spPr>
                  <a:xfrm>
                    <a:off x="3196633" y="3050405"/>
                    <a:ext cx="546692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Wordline</a:t>
                    </a:r>
                    <a:b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</a:br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(WL)</a:t>
                    </a:r>
                    <a:endParaRPr lang="ko-KR" altLang="en-US" sz="7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2" name="TextBox 331">
                        <a:extLst>
                          <a:ext uri="{FF2B5EF4-FFF2-40B4-BE49-F238E27FC236}">
                            <a16:creationId xmlns:a16="http://schemas.microsoft.com/office/drawing/2014/main" id="{88DD9990-4809-8552-9422-931D8CDEDF5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153983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2" name="TextBox 331">
                        <a:extLst>
                          <a:ext uri="{FF2B5EF4-FFF2-40B4-BE49-F238E27FC236}">
                            <a16:creationId xmlns:a16="http://schemas.microsoft.com/office/drawing/2014/main" id="{88DD9990-4809-8552-9422-931D8CDEDF5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153983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l="-2500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3" name="TextBox 332">
                        <a:extLst>
                          <a:ext uri="{FF2B5EF4-FFF2-40B4-BE49-F238E27FC236}">
                            <a16:creationId xmlns:a16="http://schemas.microsoft.com/office/drawing/2014/main" id="{3BAACD08-C421-1A35-E6A6-8B78DECDC89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83639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2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3" name="TextBox 332">
                        <a:extLst>
                          <a:ext uri="{FF2B5EF4-FFF2-40B4-BE49-F238E27FC236}">
                            <a16:creationId xmlns:a16="http://schemas.microsoft.com/office/drawing/2014/main" id="{3BAACD08-C421-1A35-E6A6-8B78DECDC8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83639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4" name="TextBox 333">
                        <a:extLst>
                          <a:ext uri="{FF2B5EF4-FFF2-40B4-BE49-F238E27FC236}">
                            <a16:creationId xmlns:a16="http://schemas.microsoft.com/office/drawing/2014/main" id="{20E39FAB-6FA9-0527-6914-A87BBCE1B76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12793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3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4" name="TextBox 333">
                        <a:extLst>
                          <a:ext uri="{FF2B5EF4-FFF2-40B4-BE49-F238E27FC236}">
                            <a16:creationId xmlns:a16="http://schemas.microsoft.com/office/drawing/2014/main" id="{20E39FAB-6FA9-0527-6914-A87BBCE1B76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12793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5" name="TextBox 334">
                        <a:extLst>
                          <a:ext uri="{FF2B5EF4-FFF2-40B4-BE49-F238E27FC236}">
                            <a16:creationId xmlns:a16="http://schemas.microsoft.com/office/drawing/2014/main" id="{59CFC7D8-CAB7-4308-96D9-3C64A4C867C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80438" y="2929229"/>
                        <a:ext cx="89768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N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5" name="TextBox 334">
                        <a:extLst>
                          <a:ext uri="{FF2B5EF4-FFF2-40B4-BE49-F238E27FC236}">
                            <a16:creationId xmlns:a16="http://schemas.microsoft.com/office/drawing/2014/main" id="{59CFC7D8-CAB7-4308-96D9-3C64A4C867C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780438" y="2929229"/>
                        <a:ext cx="89768" cy="120289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3333" r="-40000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6" name="TextBox 335">
                        <a:extLst>
                          <a:ext uri="{FF2B5EF4-FFF2-40B4-BE49-F238E27FC236}">
                            <a16:creationId xmlns:a16="http://schemas.microsoft.com/office/drawing/2014/main" id="{71511585-A780-79D0-0BBE-E9902B914B7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85111" y="2929229"/>
                        <a:ext cx="14587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WL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6" name="TextBox 335">
                        <a:extLst>
                          <a:ext uri="{FF2B5EF4-FFF2-40B4-BE49-F238E27FC236}">
                            <a16:creationId xmlns:a16="http://schemas.microsoft.com/office/drawing/2014/main" id="{71511585-A780-79D0-0BBE-E9902B914B7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085111" y="2929229"/>
                        <a:ext cx="145873" cy="120289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20833" r="-29167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7" name="TextBox 336">
                        <a:extLst>
                          <a:ext uri="{FF2B5EF4-FFF2-40B4-BE49-F238E27FC236}">
                            <a16:creationId xmlns:a16="http://schemas.microsoft.com/office/drawing/2014/main" id="{E292FC31-0E07-B868-FE78-2F6D3D2D832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662841" y="2924360"/>
                        <a:ext cx="131446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Ch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7" name="TextBox 336">
                        <a:extLst>
                          <a:ext uri="{FF2B5EF4-FFF2-40B4-BE49-F238E27FC236}">
                            <a16:creationId xmlns:a16="http://schemas.microsoft.com/office/drawing/2014/main" id="{E292FC31-0E07-B868-FE78-2F6D3D2D832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62841" y="2924360"/>
                        <a:ext cx="131446" cy="120289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23810" r="-38095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362" name="TextBox 361">
                    <a:extLst>
                      <a:ext uri="{FF2B5EF4-FFF2-40B4-BE49-F238E27FC236}">
                        <a16:creationId xmlns:a16="http://schemas.microsoft.com/office/drawing/2014/main" id="{DA5803B3-CC2E-5430-5100-74DF5A70A8DE}"/>
                      </a:ext>
                    </a:extLst>
                  </p:cNvPr>
                  <p:cNvSpPr txBox="1"/>
                  <p:nvPr/>
                </p:nvSpPr>
                <p:spPr>
                  <a:xfrm>
                    <a:off x="1337549" y="2445789"/>
                    <a:ext cx="360492" cy="200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700" b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(c)</a:t>
                    </a:r>
                    <a:endParaRPr lang="ko-KR" altLang="en-US" sz="700" b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B706F012-FF07-5060-D450-1E1B1E1701B5}"/>
                    </a:ext>
                  </a:extLst>
                </p:cNvPr>
                <p:cNvSpPr txBox="1"/>
                <p:nvPr/>
              </p:nvSpPr>
              <p:spPr>
                <a:xfrm>
                  <a:off x="2373140" y="2758062"/>
                  <a:ext cx="49470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1200">
                      <a:latin typeface="Arial" panose="020B0604020202020204" pitchFamily="34" charset="0"/>
                      <a:cs typeface="Arial" panose="020B0604020202020204" pitchFamily="34" charset="0"/>
                    </a:rPr>
                    <a:t>...</a:t>
                  </a:r>
                  <a:endParaRPr lang="ko-KR" altLang="en-US" sz="1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579" name="직선 연결선 578">
                <a:extLst>
                  <a:ext uri="{FF2B5EF4-FFF2-40B4-BE49-F238E27FC236}">
                    <a16:creationId xmlns:a16="http://schemas.microsoft.com/office/drawing/2014/main" id="{99638A37-D62B-C22F-F916-8B9585B506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62461" y="2500327"/>
                <a:ext cx="92419" cy="499406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2D9360-9685-71B0-2C06-499149BD78E2}"/>
                  </a:ext>
                </a:extLst>
              </p:cNvPr>
              <p:cNvSpPr txBox="1"/>
              <p:nvPr/>
            </p:nvSpPr>
            <p:spPr>
              <a:xfrm rot="5400000">
                <a:off x="961403" y="3370386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F8F0651-08F3-44A4-9D42-DBA1562AEE0F}"/>
                  </a:ext>
                </a:extLst>
              </p:cNvPr>
              <p:cNvSpPr txBox="1"/>
              <p:nvPr/>
            </p:nvSpPr>
            <p:spPr>
              <a:xfrm rot="5400000">
                <a:off x="961403" y="2940128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CF736D-F546-0177-CE4A-146908196265}"/>
                  </a:ext>
                </a:extLst>
              </p:cNvPr>
              <p:cNvSpPr txBox="1"/>
              <p:nvPr/>
            </p:nvSpPr>
            <p:spPr>
              <a:xfrm rot="5400000">
                <a:off x="961403" y="2509871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85D35526-25EF-8F7F-57A8-83E300CEC33A}"/>
                </a:ext>
              </a:extLst>
            </p:cNvPr>
            <p:cNvGrpSpPr/>
            <p:nvPr/>
          </p:nvGrpSpPr>
          <p:grpSpPr>
            <a:xfrm>
              <a:off x="471489" y="5013149"/>
              <a:ext cx="3157536" cy="1113801"/>
              <a:chOff x="471489" y="5013149"/>
              <a:chExt cx="3157536" cy="1113801"/>
            </a:xfrm>
          </p:grpSpPr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9C19EED-F9DE-8FF8-55E2-86BE953A543F}"/>
                  </a:ext>
                </a:extLst>
              </p:cNvPr>
              <p:cNvSpPr txBox="1"/>
              <p:nvPr/>
            </p:nvSpPr>
            <p:spPr>
              <a:xfrm>
                <a:off x="471489" y="5013149"/>
                <a:ext cx="332519" cy="198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(e)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6" name="개체 65">
                    <a:extLst>
                      <a:ext uri="{FF2B5EF4-FFF2-40B4-BE49-F238E27FC236}">
                        <a16:creationId xmlns:a16="http://schemas.microsoft.com/office/drawing/2014/main" id="{53425263-3E34-2652-799F-E0AC3F4F1EC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4213616783"/>
                      </p:ext>
                    </p:extLst>
                  </p:nvPr>
                </p:nvGraphicFramePr>
                <p:xfrm>
                  <a:off x="534987" y="5063338"/>
                  <a:ext cx="3094038" cy="1063612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17" imgW="6788458" imgH="2335684" progId="Origin50.Graph">
                          <p:embed/>
                        </p:oleObj>
                      </mc:Choice>
                      <mc:Fallback>
                        <p:oleObj name="Graph" r:id="rId17" imgW="6788458" imgH="2335684" progId="Origin50.Graph">
                          <p:embed/>
                          <p:pic>
                            <p:nvPicPr>
                              <p:cNvPr id="66" name="개체 65">
                                <a:extLst>
                                  <a:ext uri="{FF2B5EF4-FFF2-40B4-BE49-F238E27FC236}">
                                    <a16:creationId xmlns:a16="http://schemas.microsoft.com/office/drawing/2014/main" id="{53425263-3E34-2652-799F-E0AC3F4F1EC8}"/>
                                  </a:ext>
                                </a:extLst>
                              </p:cNvPr>
                              <p:cNvPicPr/>
                              <p:nvPr/>
                            </p:nvPicPr>
                            <p:blipFill>
                              <a:blip r:embed="rId1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534987" y="5063338"/>
                                <a:ext cx="3094038" cy="106361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66" name="개체 65">
                    <a:extLst>
                      <a:ext uri="{FF2B5EF4-FFF2-40B4-BE49-F238E27FC236}">
                        <a16:creationId xmlns:a16="http://schemas.microsoft.com/office/drawing/2014/main" id="{53425263-3E34-2652-799F-E0AC3F4F1EC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4213616783"/>
                      </p:ext>
                    </p:extLst>
                  </p:nvPr>
                </p:nvGraphicFramePr>
                <p:xfrm>
                  <a:off x="534987" y="5063338"/>
                  <a:ext cx="3094038" cy="1063612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19" imgW="6788458" imgH="2335684" progId="Origin50.Graph">
                          <p:embed/>
                        </p:oleObj>
                      </mc:Choice>
                      <mc:Fallback>
                        <p:oleObj name="Graph" r:id="rId19" imgW="6788458" imgH="2335684" progId="Origin50.Graph">
                          <p:embed/>
                          <p:pic>
                            <p:nvPicPr>
                              <p:cNvPr id="66" name="개체 65">
                                <a:extLst>
                                  <a:ext uri="{FF2B5EF4-FFF2-40B4-BE49-F238E27FC236}">
                                    <a16:creationId xmlns:a16="http://schemas.microsoft.com/office/drawing/2014/main" id="{53425263-3E34-2652-799F-E0AC3F4F1EC8}"/>
                                  </a:ext>
                                </a:extLst>
                              </p:cNvPr>
                              <p:cNvPicPr/>
                              <p:nvPr/>
                            </p:nvPicPr>
                            <p:blipFill>
                              <a:blip r:embed="rId20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534987" y="5063338"/>
                                <a:ext cx="3094038" cy="106361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CA2325B-9B44-51DF-304A-DB0DF2126C5A}"/>
                    </a:ext>
                  </a:extLst>
                </p:cNvPr>
                <p:cNvSpPr txBox="1"/>
                <p:nvPr/>
              </p:nvSpPr>
              <p:spPr>
                <a:xfrm>
                  <a:off x="1219352" y="5592574"/>
                  <a:ext cx="106510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</m:oMath>
                  </a14:m>
                  <a:r>
                    <a:rPr lang="ko-KR" altLang="en-US" sz="7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CA2325B-9B44-51DF-304A-DB0DF2126C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9352" y="5592574"/>
                  <a:ext cx="1065102" cy="200055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FEF9A05-DF28-807E-52E7-393860474F16}"/>
                    </a:ext>
                  </a:extLst>
                </p:cNvPr>
                <p:cNvSpPr txBox="1"/>
                <p:nvPr/>
              </p:nvSpPr>
              <p:spPr>
                <a:xfrm>
                  <a:off x="2141573" y="5586885"/>
                  <a:ext cx="1106459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</m:oMath>
                  </a14:m>
                  <a:r>
                    <a:rPr lang="ko-KR" altLang="en-US" sz="7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FEF9A05-DF28-807E-52E7-393860474F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573" y="5586885"/>
                  <a:ext cx="1106459" cy="2000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곱하기 기호 6">
              <a:extLst>
                <a:ext uri="{FF2B5EF4-FFF2-40B4-BE49-F238E27FC236}">
                  <a16:creationId xmlns:a16="http://schemas.microsoft.com/office/drawing/2014/main" id="{6E9F9247-568F-76BC-2660-6EFD3C8BAEA3}"/>
                </a:ext>
              </a:extLst>
            </p:cNvPr>
            <p:cNvSpPr/>
            <p:nvPr/>
          </p:nvSpPr>
          <p:spPr>
            <a:xfrm>
              <a:off x="1939504" y="5550399"/>
              <a:ext cx="108857" cy="108857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379F0D7C-4733-8E5B-F0E5-404856AC15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0625" y="5604827"/>
              <a:ext cx="7488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9DC054B0-48B8-5D71-AABB-A023CF866E98}"/>
                </a:ext>
              </a:extLst>
            </p:cNvPr>
            <p:cNvCxnSpPr>
              <a:cxnSpLocks/>
            </p:cNvCxnSpPr>
            <p:nvPr/>
          </p:nvCxnSpPr>
          <p:spPr>
            <a:xfrm>
              <a:off x="2048361" y="5604827"/>
              <a:ext cx="119966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EF5FDA5-D0D5-4482-17FF-7298970615AE}"/>
                </a:ext>
              </a:extLst>
            </p:cNvPr>
            <p:cNvSpPr txBox="1"/>
            <p:nvPr/>
          </p:nvSpPr>
          <p:spPr>
            <a:xfrm>
              <a:off x="2340788" y="2396555"/>
              <a:ext cx="155492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/>
                <a:t>-</a:t>
              </a:r>
              <a:r>
                <a:rPr lang="en-US" altLang="ko-KR" sz="700" b="1" dirty="0" err="1"/>
                <a:t>qn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1AC33133-8D65-1B94-57AA-17E0ABA7F4B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554430"/>
              </p:ext>
            </p:extLst>
          </p:nvPr>
        </p:nvGraphicFramePr>
        <p:xfrm>
          <a:off x="4066228" y="4503961"/>
          <a:ext cx="2737259" cy="14426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66228" y="4503961"/>
                        <a:ext cx="2737259" cy="14426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그룹 6">
            <a:extLst>
              <a:ext uri="{FF2B5EF4-FFF2-40B4-BE49-F238E27FC236}">
                <a16:creationId xmlns:a16="http://schemas.microsoft.com/office/drawing/2014/main" id="{C500DA9E-C32C-3EB0-4BBD-4B2B32B9EF58}"/>
              </a:ext>
            </a:extLst>
          </p:cNvPr>
          <p:cNvGrpSpPr/>
          <p:nvPr/>
        </p:nvGrpSpPr>
        <p:grpSpPr>
          <a:xfrm>
            <a:off x="544132" y="2827561"/>
            <a:ext cx="2637219" cy="2280276"/>
            <a:chOff x="544132" y="2827561"/>
            <a:chExt cx="2637219" cy="228027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B1AD94-6D16-AB48-D166-299515E182A9}"/>
                </a:ext>
              </a:extLst>
            </p:cNvPr>
            <p:cNvSpPr txBox="1"/>
            <p:nvPr/>
          </p:nvSpPr>
          <p:spPr>
            <a:xfrm>
              <a:off x="544132" y="2827561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(a)</a:t>
              </a:r>
              <a:endParaRPr lang="ko-KR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6E802A9-74FD-7888-C9ED-71EE57D06572}"/>
                </a:ext>
              </a:extLst>
            </p:cNvPr>
            <p:cNvSpPr txBox="1"/>
            <p:nvPr/>
          </p:nvSpPr>
          <p:spPr>
            <a:xfrm>
              <a:off x="544133" y="4029356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aphicFrame>
          <p:nvGraphicFramePr>
            <p:cNvPr id="6" name="개체 5">
              <a:extLst>
                <a:ext uri="{FF2B5EF4-FFF2-40B4-BE49-F238E27FC236}">
                  <a16:creationId xmlns:a16="http://schemas.microsoft.com/office/drawing/2014/main" id="{017634A6-0E54-B13E-9486-AE982B6760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8736092"/>
                </p:ext>
              </p:extLst>
            </p:nvPr>
          </p:nvGraphicFramePr>
          <p:xfrm>
            <a:off x="604838" y="2888602"/>
            <a:ext cx="2576512" cy="11238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5" imgW="6830479" imgH="2980257" progId="Origin50.Graph">
                    <p:embed/>
                  </p:oleObj>
                </mc:Choice>
                <mc:Fallback>
                  <p:oleObj name="Graph" r:id="rId5" imgW="6830479" imgH="2980257" progId="Origin50.Graph">
                    <p:embed/>
                    <p:pic>
                      <p:nvPicPr>
                        <p:cNvPr id="6" name="개체 5">
                          <a:extLst>
                            <a:ext uri="{FF2B5EF4-FFF2-40B4-BE49-F238E27FC236}">
                              <a16:creationId xmlns:a16="http://schemas.microsoft.com/office/drawing/2014/main" id="{017634A6-0E54-B13E-9486-AE982B67607C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04838" y="2888602"/>
                          <a:ext cx="2576512" cy="112389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" name="개체 2">
              <a:extLst>
                <a:ext uri="{FF2B5EF4-FFF2-40B4-BE49-F238E27FC236}">
                  <a16:creationId xmlns:a16="http://schemas.microsoft.com/office/drawing/2014/main" id="{55ED8A74-104C-6CF5-3A5E-92DA03E77AE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73757826"/>
                </p:ext>
              </p:extLst>
            </p:nvPr>
          </p:nvGraphicFramePr>
          <p:xfrm>
            <a:off x="724379" y="4244800"/>
            <a:ext cx="2456972" cy="8630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7" imgW="4722409" imgH="1658983" progId="Origin50.Graph">
                    <p:embed/>
                  </p:oleObj>
                </mc:Choice>
                <mc:Fallback>
                  <p:oleObj name="Graph" r:id="rId7" imgW="4722409" imgH="1658983" progId="Origin50.Graph">
                    <p:embed/>
                    <p:pic>
                      <p:nvPicPr>
                        <p:cNvPr id="3" name="개체 2">
                          <a:extLst>
                            <a:ext uri="{FF2B5EF4-FFF2-40B4-BE49-F238E27FC236}">
                              <a16:creationId xmlns:a16="http://schemas.microsoft.com/office/drawing/2014/main" id="{55ED8A74-104C-6CF5-3A5E-92DA03E77AE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724379" y="4244800"/>
                          <a:ext cx="2456972" cy="8630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2271</TotalTime>
  <Words>190</Words>
  <Application>Microsoft Office PowerPoint</Application>
  <PresentationFormat>A4 용지(210x297mm)</PresentationFormat>
  <Paragraphs>81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2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20</cp:revision>
  <dcterms:created xsi:type="dcterms:W3CDTF">2024-12-18T11:05:27Z</dcterms:created>
  <dcterms:modified xsi:type="dcterms:W3CDTF">2026-03-05T13:42:44Z</dcterms:modified>
</cp:coreProperties>
</file>