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94" r:id="rId3"/>
    <p:sldId id="297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859"/>
    <a:srgbClr val="AFE4FF"/>
    <a:srgbClr val="F1D365"/>
    <a:srgbClr val="9FD6EF"/>
    <a:srgbClr val="3A19FF"/>
    <a:srgbClr val="907DFF"/>
    <a:srgbClr val="FFFF00"/>
    <a:srgbClr val="FFE38B"/>
    <a:srgbClr val="166284"/>
    <a:srgbClr val="FFD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F9922-BC24-4B77-854D-4ECDA931EC02}" v="40" dt="2025-08-05T04:56:35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216" y="-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37EF9922-BC24-4B77-854D-4ECDA931EC02}"/>
    <pc:docChg chg="undo redo custSel delSld modSld sldOrd">
      <pc:chgData name="MYUNG JIN" userId="89f3fa32ababedc4" providerId="LiveId" clId="{37EF9922-BC24-4B77-854D-4ECDA931EC02}" dt="2025-08-07T02:29:35.454" v="450" actId="1036"/>
      <pc:docMkLst>
        <pc:docMk/>
      </pc:docMkLst>
      <pc:sldChg chg="addSp modSp mod">
        <pc:chgData name="MYUNG JIN" userId="89f3fa32ababedc4" providerId="LiveId" clId="{37EF9922-BC24-4B77-854D-4ECDA931EC02}" dt="2025-08-05T00:45:29.986" v="405" actId="13926"/>
        <pc:sldMkLst>
          <pc:docMk/>
          <pc:sldMk cId="2932374839" sldId="256"/>
        </pc:sldMkLst>
        <pc:spChg chg="mod">
          <ac:chgData name="MYUNG JIN" userId="89f3fa32ababedc4" providerId="LiveId" clId="{37EF9922-BC24-4B77-854D-4ECDA931EC02}" dt="2025-08-05T00:44:20.772" v="274" actId="20577"/>
          <ac:spMkLst>
            <pc:docMk/>
            <pc:sldMk cId="2932374839" sldId="256"/>
            <ac:spMk id="2" creationId="{882B441C-EB3D-D198-7F1A-AA1B343062F8}"/>
          </ac:spMkLst>
        </pc:spChg>
        <pc:spChg chg="mod">
          <ac:chgData name="MYUNG JIN" userId="89f3fa32ababedc4" providerId="LiveId" clId="{37EF9922-BC24-4B77-854D-4ECDA931EC02}" dt="2025-08-05T00:43:57.071" v="270" actId="2711"/>
          <ac:spMkLst>
            <pc:docMk/>
            <pc:sldMk cId="2932374839" sldId="256"/>
            <ac:spMk id="3" creationId="{A9FBF8F0-9172-93FB-4457-171A7A0741C4}"/>
          </ac:spMkLst>
        </pc:spChg>
        <pc:spChg chg="add mod">
          <ac:chgData name="MYUNG JIN" userId="89f3fa32ababedc4" providerId="LiveId" clId="{37EF9922-BC24-4B77-854D-4ECDA931EC02}" dt="2025-08-05T00:45:29.986" v="405" actId="13926"/>
          <ac:spMkLst>
            <pc:docMk/>
            <pc:sldMk cId="2932374839" sldId="256"/>
            <ac:spMk id="4" creationId="{C3FDCFDF-7BB2-7AC7-2581-D855A1CA53BB}"/>
          </ac:spMkLst>
        </pc:spChg>
      </pc:sldChg>
      <pc:sldChg chg="addSp delSp modSp mod">
        <pc:chgData name="MYUNG JIN" userId="89f3fa32ababedc4" providerId="LiveId" clId="{37EF9922-BC24-4B77-854D-4ECDA931EC02}" dt="2025-08-05T00:34:25.550" v="227" actId="2711"/>
        <pc:sldMkLst>
          <pc:docMk/>
          <pc:sldMk cId="2326360925" sldId="265"/>
        </pc:sldMkLst>
        <pc:spChg chg="mod">
          <ac:chgData name="MYUNG JIN" userId="89f3fa32ababedc4" providerId="LiveId" clId="{37EF9922-BC24-4B77-854D-4ECDA931EC02}" dt="2025-08-05T00:31:24.515" v="208" actId="14100"/>
          <ac:spMkLst>
            <pc:docMk/>
            <pc:sldMk cId="2326360925" sldId="265"/>
            <ac:spMk id="70" creationId="{DEF8799F-E8AA-31DA-EE52-4FF9CADF3110}"/>
          </ac:spMkLst>
        </pc:spChg>
        <pc:spChg chg="mod">
          <ac:chgData name="MYUNG JIN" userId="89f3fa32ababedc4" providerId="LiveId" clId="{37EF9922-BC24-4B77-854D-4ECDA931EC02}" dt="2025-08-05T00:34:25.550" v="227" actId="2711"/>
          <ac:spMkLst>
            <pc:docMk/>
            <pc:sldMk cId="2326360925" sldId="265"/>
            <ac:spMk id="98" creationId="{C9409F09-B3A6-FF31-95BF-C90B06D73C12}"/>
          </ac:spMkLst>
        </pc:spChg>
        <pc:spChg chg="mod">
          <ac:chgData name="MYUNG JIN" userId="89f3fa32ababedc4" providerId="LiveId" clId="{37EF9922-BC24-4B77-854D-4ECDA931EC02}" dt="2025-08-05T00:34:25.550" v="227" actId="2711"/>
          <ac:spMkLst>
            <pc:docMk/>
            <pc:sldMk cId="2326360925" sldId="265"/>
            <ac:spMk id="99" creationId="{6DDE9493-4864-661F-F018-4D43E98F9D1C}"/>
          </ac:spMkLst>
        </pc:spChg>
        <pc:spChg chg="add mod">
          <ac:chgData name="MYUNG JIN" userId="89f3fa32ababedc4" providerId="LiveId" clId="{37EF9922-BC24-4B77-854D-4ECDA931EC02}" dt="2025-07-29T02:07:25.590" v="131" actId="20577"/>
          <ac:spMkLst>
            <pc:docMk/>
            <pc:sldMk cId="2326360925" sldId="265"/>
            <ac:spMk id="133" creationId="{FC077102-357A-D8EA-9AB9-C83486CEDE82}"/>
          </ac:spMkLst>
        </pc:spChg>
        <pc:grpChg chg="mod">
          <ac:chgData name="MYUNG JIN" userId="89f3fa32ababedc4" providerId="LiveId" clId="{37EF9922-BC24-4B77-854D-4ECDA931EC02}" dt="2025-07-29T02:06:52.655" v="95" actId="1076"/>
          <ac:grpSpMkLst>
            <pc:docMk/>
            <pc:sldMk cId="2326360925" sldId="265"/>
            <ac:grpSpMk id="96" creationId="{1B190C8D-F3DE-0557-B2E1-58C6EBFE9BE0}"/>
          </ac:grpSpMkLst>
        </pc:grpChg>
        <pc:grpChg chg="mod">
          <ac:chgData name="MYUNG JIN" userId="89f3fa32ababedc4" providerId="LiveId" clId="{37EF9922-BC24-4B77-854D-4ECDA931EC02}" dt="2025-07-29T02:06:52.655" v="95" actId="1076"/>
          <ac:grpSpMkLst>
            <pc:docMk/>
            <pc:sldMk cId="2326360925" sldId="265"/>
            <ac:grpSpMk id="114" creationId="{C84A1C42-ED9A-20DE-BF33-39EFE5B7E008}"/>
          </ac:grpSpMkLst>
        </pc:grpChg>
      </pc:sldChg>
      <pc:sldChg chg="addSp modSp del">
        <pc:chgData name="MYUNG JIN" userId="89f3fa32ababedc4" providerId="LiveId" clId="{37EF9922-BC24-4B77-854D-4ECDA931EC02}" dt="2025-07-29T02:06:36.848" v="91" actId="47"/>
        <pc:sldMkLst>
          <pc:docMk/>
          <pc:sldMk cId="3068910110" sldId="268"/>
        </pc:sldMkLst>
      </pc:sldChg>
      <pc:sldChg chg="del">
        <pc:chgData name="MYUNG JIN" userId="89f3fa32ababedc4" providerId="LiveId" clId="{37EF9922-BC24-4B77-854D-4ECDA931EC02}" dt="2025-07-29T02:06:14.038" v="82" actId="47"/>
        <pc:sldMkLst>
          <pc:docMk/>
          <pc:sldMk cId="506104518" sldId="269"/>
        </pc:sldMkLst>
      </pc:sldChg>
      <pc:sldChg chg="addSp delSp modSp mod">
        <pc:chgData name="MYUNG JIN" userId="89f3fa32ababedc4" providerId="LiveId" clId="{37EF9922-BC24-4B77-854D-4ECDA931EC02}" dt="2025-08-05T00:34:45.402" v="229" actId="2711"/>
        <pc:sldMkLst>
          <pc:docMk/>
          <pc:sldMk cId="1619062067" sldId="288"/>
        </pc:sldMkLst>
        <pc:spChg chg="mod">
          <ac:chgData name="MYUNG JIN" userId="89f3fa32ababedc4" providerId="LiveId" clId="{37EF9922-BC24-4B77-854D-4ECDA931EC02}" dt="2025-08-05T00:31:44.287" v="209" actId="2711"/>
          <ac:spMkLst>
            <pc:docMk/>
            <pc:sldMk cId="1619062067" sldId="288"/>
            <ac:spMk id="2" creationId="{0C4F58BD-E362-9860-4FA3-5E63A3A45AA3}"/>
          </ac:spMkLst>
        </pc:spChg>
        <pc:spChg chg="mod">
          <ac:chgData name="MYUNG JIN" userId="89f3fa32ababedc4" providerId="LiveId" clId="{37EF9922-BC24-4B77-854D-4ECDA931EC02}" dt="2025-08-05T00:31:44.287" v="209" actId="2711"/>
          <ac:spMkLst>
            <pc:docMk/>
            <pc:sldMk cId="1619062067" sldId="288"/>
            <ac:spMk id="3" creationId="{D9D9A36C-8041-D5B2-1057-53CA0507B4C0}"/>
          </ac:spMkLst>
        </pc:spChg>
        <pc:spChg chg="mod">
          <ac:chgData name="MYUNG JIN" userId="89f3fa32ababedc4" providerId="LiveId" clId="{37EF9922-BC24-4B77-854D-4ECDA931EC02}" dt="2025-08-05T00:31:44.287" v="209" actId="2711"/>
          <ac:spMkLst>
            <pc:docMk/>
            <pc:sldMk cId="1619062067" sldId="288"/>
            <ac:spMk id="4" creationId="{3339E72A-0776-E09B-CB4F-887ED3F5F15F}"/>
          </ac:spMkLst>
        </pc:spChg>
        <pc:spChg chg="mod">
          <ac:chgData name="MYUNG JIN" userId="89f3fa32ababedc4" providerId="LiveId" clId="{37EF9922-BC24-4B77-854D-4ECDA931EC02}" dt="2025-07-29T02:06:41.759" v="92" actId="1076"/>
          <ac:spMkLst>
            <pc:docMk/>
            <pc:sldMk cId="1619062067" sldId="288"/>
            <ac:spMk id="5" creationId="{C9A89DBE-3EE9-F7D4-E74D-AFE5DAA919A5}"/>
          </ac:spMkLst>
        </pc:spChg>
        <pc:spChg chg="mod">
          <ac:chgData name="MYUNG JIN" userId="89f3fa32ababedc4" providerId="LiveId" clId="{37EF9922-BC24-4B77-854D-4ECDA931EC02}" dt="2025-08-05T00:31:44.287" v="209" actId="2711"/>
          <ac:spMkLst>
            <pc:docMk/>
            <pc:sldMk cId="1619062067" sldId="288"/>
            <ac:spMk id="6" creationId="{F2DB12CE-E021-5585-D600-4D534DB2159B}"/>
          </ac:spMkLst>
        </pc:spChg>
        <pc:spChg chg="mod">
          <ac:chgData name="MYUNG JIN" userId="89f3fa32ababedc4" providerId="LiveId" clId="{37EF9922-BC24-4B77-854D-4ECDA931EC02}" dt="2025-08-05T00:31:44.287" v="209" actId="2711"/>
          <ac:spMkLst>
            <pc:docMk/>
            <pc:sldMk cId="1619062067" sldId="288"/>
            <ac:spMk id="7" creationId="{AFDD6999-03A9-D651-8DEE-68A4250A89FF}"/>
          </ac:spMkLst>
        </pc:spChg>
        <pc:spChg chg="mod">
          <ac:chgData name="MYUNG JIN" userId="89f3fa32ababedc4" providerId="LiveId" clId="{37EF9922-BC24-4B77-854D-4ECDA931EC02}" dt="2025-08-05T00:31:44.287" v="209" actId="2711"/>
          <ac:spMkLst>
            <pc:docMk/>
            <pc:sldMk cId="1619062067" sldId="288"/>
            <ac:spMk id="8" creationId="{DA5BB1E5-A10E-A3B0-0FE5-235C0653A86E}"/>
          </ac:spMkLst>
        </pc:spChg>
        <pc:spChg chg="add mod">
          <ac:chgData name="MYUNG JIN" userId="89f3fa32ababedc4" providerId="LiveId" clId="{37EF9922-BC24-4B77-854D-4ECDA931EC02}" dt="2025-07-29T02:07:28.836" v="137" actId="20577"/>
          <ac:spMkLst>
            <pc:docMk/>
            <pc:sldMk cId="1619062067" sldId="288"/>
            <ac:spMk id="10" creationId="{1E6F3A51-27BF-9FE4-04CF-25684EC62077}"/>
          </ac:spMkLst>
        </pc:spChg>
        <pc:spChg chg="mod">
          <ac:chgData name="MYUNG JIN" userId="89f3fa32ababedc4" providerId="LiveId" clId="{37EF9922-BC24-4B77-854D-4ECDA931EC02}" dt="2025-08-05T00:34:45.402" v="229" actId="2711"/>
          <ac:spMkLst>
            <pc:docMk/>
            <pc:sldMk cId="1619062067" sldId="288"/>
            <ac:spMk id="11" creationId="{733D411C-D28C-7EF8-D8C5-3F2B9C6706B5}"/>
          </ac:spMkLst>
        </pc:spChg>
        <pc:spChg chg="mod topLvl">
          <ac:chgData name="MYUNG JIN" userId="89f3fa32ababedc4" providerId="LiveId" clId="{37EF9922-BC24-4B77-854D-4ECDA931EC02}" dt="2025-08-05T00:34:45.402" v="229" actId="2711"/>
          <ac:spMkLst>
            <pc:docMk/>
            <pc:sldMk cId="1619062067" sldId="288"/>
            <ac:spMk id="12" creationId="{22204678-F6E1-F58C-27AB-59F14BD0A1A3}"/>
          </ac:spMkLst>
        </pc:spChg>
        <pc:spChg chg="mod">
          <ac:chgData name="MYUNG JIN" userId="89f3fa32ababedc4" providerId="LiveId" clId="{37EF9922-BC24-4B77-854D-4ECDA931EC02}" dt="2025-08-05T00:32:51.279" v="220" actId="2711"/>
          <ac:spMkLst>
            <pc:docMk/>
            <pc:sldMk cId="1619062067" sldId="288"/>
            <ac:spMk id="13" creationId="{66EF8F24-FFA8-727F-C5EF-EE9F44DDCD25}"/>
          </ac:spMkLst>
        </pc:spChg>
        <pc:spChg chg="mod">
          <ac:chgData name="MYUNG JIN" userId="89f3fa32ababedc4" providerId="LiveId" clId="{37EF9922-BC24-4B77-854D-4ECDA931EC02}" dt="2025-08-05T00:34:38.334" v="228" actId="165"/>
          <ac:spMkLst>
            <pc:docMk/>
            <pc:sldMk cId="1619062067" sldId="288"/>
            <ac:spMk id="14" creationId="{F5635FD5-EB2C-734A-02FA-3F66445397E0}"/>
          </ac:spMkLst>
        </pc:spChg>
        <pc:spChg chg="mod">
          <ac:chgData name="MYUNG JIN" userId="89f3fa32ababedc4" providerId="LiveId" clId="{37EF9922-BC24-4B77-854D-4ECDA931EC02}" dt="2025-08-05T00:34:38.334" v="228" actId="165"/>
          <ac:spMkLst>
            <pc:docMk/>
            <pc:sldMk cId="1619062067" sldId="288"/>
            <ac:spMk id="17" creationId="{C8A2B438-26C9-AFCE-8CCA-CAEAA353883D}"/>
          </ac:spMkLst>
        </pc:spChg>
        <pc:spChg chg="mod">
          <ac:chgData name="MYUNG JIN" userId="89f3fa32ababedc4" providerId="LiveId" clId="{37EF9922-BC24-4B77-854D-4ECDA931EC02}" dt="2025-08-05T00:34:38.334" v="228" actId="165"/>
          <ac:spMkLst>
            <pc:docMk/>
            <pc:sldMk cId="1619062067" sldId="288"/>
            <ac:spMk id="21" creationId="{FF7D6ADD-2BE0-2A08-40D2-236699C2BC9B}"/>
          </ac:spMkLst>
        </pc:spChg>
        <pc:spChg chg="mod">
          <ac:chgData name="MYUNG JIN" userId="89f3fa32ababedc4" providerId="LiveId" clId="{37EF9922-BC24-4B77-854D-4ECDA931EC02}" dt="2025-08-05T00:34:38.334" v="228" actId="165"/>
          <ac:spMkLst>
            <pc:docMk/>
            <pc:sldMk cId="1619062067" sldId="288"/>
            <ac:spMk id="22" creationId="{81C38EBC-A5D1-5963-9E29-CA5304750088}"/>
          </ac:spMkLst>
        </pc:spChg>
        <pc:spChg chg="mod">
          <ac:chgData name="MYUNG JIN" userId="89f3fa32ababedc4" providerId="LiveId" clId="{37EF9922-BC24-4B77-854D-4ECDA931EC02}" dt="2025-08-05T00:32:27.878" v="219" actId="255"/>
          <ac:spMkLst>
            <pc:docMk/>
            <pc:sldMk cId="1619062067" sldId="288"/>
            <ac:spMk id="23" creationId="{F43DF182-9830-B6BF-2D27-75B778752AE6}"/>
          </ac:spMkLst>
        </pc:spChg>
        <pc:spChg chg="mod">
          <ac:chgData name="MYUNG JIN" userId="89f3fa32ababedc4" providerId="LiveId" clId="{37EF9922-BC24-4B77-854D-4ECDA931EC02}" dt="2025-08-05T00:32:27.878" v="219" actId="255"/>
          <ac:spMkLst>
            <pc:docMk/>
            <pc:sldMk cId="1619062067" sldId="288"/>
            <ac:spMk id="24" creationId="{084E02A8-BA2E-3441-BE41-0358514C111C}"/>
          </ac:spMkLst>
        </pc:spChg>
        <pc:spChg chg="mod">
          <ac:chgData name="MYUNG JIN" userId="89f3fa32ababedc4" providerId="LiveId" clId="{37EF9922-BC24-4B77-854D-4ECDA931EC02}" dt="2025-08-05T00:32:27.878" v="219" actId="255"/>
          <ac:spMkLst>
            <pc:docMk/>
            <pc:sldMk cId="1619062067" sldId="288"/>
            <ac:spMk id="25" creationId="{02616005-4C2E-6423-20D1-67C6A9FD293B}"/>
          </ac:spMkLst>
        </pc:spChg>
        <pc:spChg chg="mod">
          <ac:chgData name="MYUNG JIN" userId="89f3fa32ababedc4" providerId="LiveId" clId="{37EF9922-BC24-4B77-854D-4ECDA931EC02}" dt="2025-08-05T00:32:27.878" v="219" actId="255"/>
          <ac:spMkLst>
            <pc:docMk/>
            <pc:sldMk cId="1619062067" sldId="288"/>
            <ac:spMk id="26" creationId="{205E4B5A-0C49-4602-FC7D-9D78E02B643B}"/>
          </ac:spMkLst>
        </pc:spChg>
        <pc:spChg chg="mod">
          <ac:chgData name="MYUNG JIN" userId="89f3fa32ababedc4" providerId="LiveId" clId="{37EF9922-BC24-4B77-854D-4ECDA931EC02}" dt="2025-08-05T00:32:27.878" v="219" actId="255"/>
          <ac:spMkLst>
            <pc:docMk/>
            <pc:sldMk cId="1619062067" sldId="288"/>
            <ac:spMk id="27" creationId="{33930E54-B5C0-7302-E7B4-37DA59F2DB59}"/>
          </ac:spMkLst>
        </pc:spChg>
        <pc:spChg chg="mod">
          <ac:chgData name="MYUNG JIN" userId="89f3fa32ababedc4" providerId="LiveId" clId="{37EF9922-BC24-4B77-854D-4ECDA931EC02}" dt="2025-08-05T00:34:38.334" v="228" actId="165"/>
          <ac:spMkLst>
            <pc:docMk/>
            <pc:sldMk cId="1619062067" sldId="288"/>
            <ac:spMk id="30" creationId="{D9901893-2D2F-89AA-C5B0-E3406B3B682A}"/>
          </ac:spMkLst>
        </pc:spChg>
        <pc:spChg chg="mod">
          <ac:chgData name="MYUNG JIN" userId="89f3fa32ababedc4" providerId="LiveId" clId="{37EF9922-BC24-4B77-854D-4ECDA931EC02}" dt="2025-08-05T00:34:38.334" v="228" actId="165"/>
          <ac:spMkLst>
            <pc:docMk/>
            <pc:sldMk cId="1619062067" sldId="288"/>
            <ac:spMk id="33" creationId="{F2280505-7710-5529-2675-29636BB64701}"/>
          </ac:spMkLst>
        </pc:spChg>
        <pc:spChg chg="mod">
          <ac:chgData name="MYUNG JIN" userId="89f3fa32ababedc4" providerId="LiveId" clId="{37EF9922-BC24-4B77-854D-4ECDA931EC02}" dt="2025-08-05T00:32:51.279" v="220" actId="2711"/>
          <ac:spMkLst>
            <pc:docMk/>
            <pc:sldMk cId="1619062067" sldId="288"/>
            <ac:spMk id="34" creationId="{74AEC3F3-0A80-C05A-2192-FA227BED3EAD}"/>
          </ac:spMkLst>
        </pc:spChg>
        <pc:spChg chg="mod">
          <ac:chgData name="MYUNG JIN" userId="89f3fa32ababedc4" providerId="LiveId" clId="{37EF9922-BC24-4B77-854D-4ECDA931EC02}" dt="2025-08-05T00:34:45.402" v="229" actId="2711"/>
          <ac:spMkLst>
            <pc:docMk/>
            <pc:sldMk cId="1619062067" sldId="288"/>
            <ac:spMk id="36" creationId="{7FE37964-942F-EC4A-678A-D534534C049A}"/>
          </ac:spMkLst>
        </pc:spChg>
        <pc:spChg chg="mod">
          <ac:chgData name="MYUNG JIN" userId="89f3fa32ababedc4" providerId="LiveId" clId="{37EF9922-BC24-4B77-854D-4ECDA931EC02}" dt="2025-08-05T00:34:38.334" v="228" actId="165"/>
          <ac:spMkLst>
            <pc:docMk/>
            <pc:sldMk cId="1619062067" sldId="288"/>
            <ac:spMk id="37" creationId="{D9CF30FB-5529-DF2B-BE70-9A87978BD032}"/>
          </ac:spMkLst>
        </pc:spChg>
        <pc:spChg chg="mod">
          <ac:chgData name="MYUNG JIN" userId="89f3fa32ababedc4" providerId="LiveId" clId="{37EF9922-BC24-4B77-854D-4ECDA931EC02}" dt="2025-08-05T00:34:45.402" v="229" actId="2711"/>
          <ac:spMkLst>
            <pc:docMk/>
            <pc:sldMk cId="1619062067" sldId="288"/>
            <ac:spMk id="38" creationId="{CEDDEE09-CCA7-03D6-AB8C-4FC17CDED6B7}"/>
          </ac:spMkLst>
        </pc:spChg>
        <pc:spChg chg="mod">
          <ac:chgData name="MYUNG JIN" userId="89f3fa32ababedc4" providerId="LiveId" clId="{37EF9922-BC24-4B77-854D-4ECDA931EC02}" dt="2025-08-05T00:34:38.334" v="228" actId="165"/>
          <ac:spMkLst>
            <pc:docMk/>
            <pc:sldMk cId="1619062067" sldId="288"/>
            <ac:spMk id="48" creationId="{5E423FC4-54A7-BB57-A22A-A63C025A3051}"/>
          </ac:spMkLst>
        </pc:spChg>
        <pc:spChg chg="mod">
          <ac:chgData name="MYUNG JIN" userId="89f3fa32ababedc4" providerId="LiveId" clId="{37EF9922-BC24-4B77-854D-4ECDA931EC02}" dt="2025-07-29T02:06:41.759" v="92" actId="1076"/>
          <ac:spMkLst>
            <pc:docMk/>
            <pc:sldMk cId="1619062067" sldId="288"/>
            <ac:spMk id="55" creationId="{C7255DE4-C857-4E7A-8C00-92830F51A8EF}"/>
          </ac:spMkLst>
        </pc:spChg>
        <pc:spChg chg="mod">
          <ac:chgData name="MYUNG JIN" userId="89f3fa32ababedc4" providerId="LiveId" clId="{37EF9922-BC24-4B77-854D-4ECDA931EC02}" dt="2025-08-05T00:34:38.334" v="228" actId="165"/>
          <ac:spMkLst>
            <pc:docMk/>
            <pc:sldMk cId="1619062067" sldId="288"/>
            <ac:spMk id="56" creationId="{031B4490-C6FD-5A47-1985-7AB0CD9BFDC7}"/>
          </ac:spMkLst>
        </pc:spChg>
        <pc:spChg chg="mod">
          <ac:chgData name="MYUNG JIN" userId="89f3fa32ababedc4" providerId="LiveId" clId="{37EF9922-BC24-4B77-854D-4ECDA931EC02}" dt="2025-08-05T00:31:44.287" v="209" actId="2711"/>
          <ac:spMkLst>
            <pc:docMk/>
            <pc:sldMk cId="1619062067" sldId="288"/>
            <ac:spMk id="149" creationId="{B710B5F0-87C9-6F6F-E7D7-F3396442FF33}"/>
          </ac:spMkLst>
        </pc:spChg>
      </pc:sldChg>
      <pc:sldChg chg="addSp delSp modSp mod ord">
        <pc:chgData name="MYUNG JIN" userId="89f3fa32ababedc4" providerId="LiveId" clId="{37EF9922-BC24-4B77-854D-4ECDA931EC02}" dt="2025-08-07T02:29:35.454" v="450" actId="1036"/>
        <pc:sldMkLst>
          <pc:docMk/>
          <pc:sldMk cId="2121830367" sldId="293"/>
        </pc:sldMkLst>
        <pc:spChg chg="add mod">
          <ac:chgData name="MYUNG JIN" userId="89f3fa32ababedc4" providerId="LiveId" clId="{37EF9922-BC24-4B77-854D-4ECDA931EC02}" dt="2025-07-29T02:07:42.866" v="152" actId="20577"/>
          <ac:spMkLst>
            <pc:docMk/>
            <pc:sldMk cId="2121830367" sldId="293"/>
            <ac:spMk id="2" creationId="{30F5E8B0-E252-26C1-A50E-EDDED11AC545}"/>
          </ac:spMkLst>
        </pc:spChg>
        <pc:spChg chg="mod">
          <ac:chgData name="MYUNG JIN" userId="89f3fa32ababedc4" providerId="LiveId" clId="{37EF9922-BC24-4B77-854D-4ECDA931EC02}" dt="2025-08-05T00:35:45.941" v="236" actId="2711"/>
          <ac:spMkLst>
            <pc:docMk/>
            <pc:sldMk cId="2121830367" sldId="293"/>
            <ac:spMk id="6" creationId="{359F4527-1B17-B3A5-91F0-547B1564E875}"/>
          </ac:spMkLst>
        </pc:spChg>
        <pc:spChg chg="mod topLvl">
          <ac:chgData name="MYUNG JIN" userId="89f3fa32ababedc4" providerId="LiveId" clId="{37EF9922-BC24-4B77-854D-4ECDA931EC02}" dt="2025-08-05T00:35:49.110" v="237" actId="2711"/>
          <ac:spMkLst>
            <pc:docMk/>
            <pc:sldMk cId="2121830367" sldId="293"/>
            <ac:spMk id="7" creationId="{C30E3A0E-F558-B091-6BF5-E93435296C8A}"/>
          </ac:spMkLst>
        </pc:spChg>
        <pc:spChg chg="mod topLvl">
          <ac:chgData name="MYUNG JIN" userId="89f3fa32ababedc4" providerId="LiveId" clId="{37EF9922-BC24-4B77-854D-4ECDA931EC02}" dt="2025-08-05T00:35:55.002" v="238" actId="165"/>
          <ac:spMkLst>
            <pc:docMk/>
            <pc:sldMk cId="2121830367" sldId="293"/>
            <ac:spMk id="42" creationId="{797B9913-ED3F-7DD2-1489-29FB57C7A5AB}"/>
          </ac:spMkLst>
        </pc:spChg>
        <pc:spChg chg="mod topLvl">
          <ac:chgData name="MYUNG JIN" userId="89f3fa32ababedc4" providerId="LiveId" clId="{37EF9922-BC24-4B77-854D-4ECDA931EC02}" dt="2025-08-05T00:35:55.002" v="238" actId="165"/>
          <ac:spMkLst>
            <pc:docMk/>
            <pc:sldMk cId="2121830367" sldId="293"/>
            <ac:spMk id="43" creationId="{500119C2-6821-A7E5-7535-192DBD173465}"/>
          </ac:spMkLst>
        </pc:spChg>
        <pc:spChg chg="mod topLvl">
          <ac:chgData name="MYUNG JIN" userId="89f3fa32ababedc4" providerId="LiveId" clId="{37EF9922-BC24-4B77-854D-4ECDA931EC02}" dt="2025-08-05T00:35:55.002" v="238" actId="165"/>
          <ac:spMkLst>
            <pc:docMk/>
            <pc:sldMk cId="2121830367" sldId="293"/>
            <ac:spMk id="44" creationId="{2A17DABB-63E0-903E-7BE8-5369FAD721E9}"/>
          </ac:spMkLst>
        </pc:spChg>
        <pc:spChg chg="mod">
          <ac:chgData name="MYUNG JIN" userId="89f3fa32ababedc4" providerId="LiveId" clId="{37EF9922-BC24-4B77-854D-4ECDA931EC02}" dt="2025-08-05T00:35:18.762" v="231" actId="2711"/>
          <ac:spMkLst>
            <pc:docMk/>
            <pc:sldMk cId="2121830367" sldId="293"/>
            <ac:spMk id="45" creationId="{D872A85C-68E5-B4F8-D9B9-21E9B9948F79}"/>
          </ac:spMkLst>
        </pc:spChg>
        <pc:spChg chg="mod topLvl">
          <ac:chgData name="MYUNG JIN" userId="89f3fa32ababedc4" providerId="LiveId" clId="{37EF9922-BC24-4B77-854D-4ECDA931EC02}" dt="2025-08-05T00:35:55.002" v="238" actId="165"/>
          <ac:spMkLst>
            <pc:docMk/>
            <pc:sldMk cId="2121830367" sldId="293"/>
            <ac:spMk id="49" creationId="{69E98317-3A1F-CACE-74BA-E80FABA85B70}"/>
          </ac:spMkLst>
        </pc:spChg>
        <pc:spChg chg="mod topLvl">
          <ac:chgData name="MYUNG JIN" userId="89f3fa32ababedc4" providerId="LiveId" clId="{37EF9922-BC24-4B77-854D-4ECDA931EC02}" dt="2025-08-05T00:35:55.002" v="238" actId="165"/>
          <ac:spMkLst>
            <pc:docMk/>
            <pc:sldMk cId="2121830367" sldId="293"/>
            <ac:spMk id="51" creationId="{87E9FB34-A745-6179-21F8-0885805BDADD}"/>
          </ac:spMkLst>
        </pc:spChg>
        <pc:spChg chg="mod topLvl">
          <ac:chgData name="MYUNG JIN" userId="89f3fa32ababedc4" providerId="LiveId" clId="{37EF9922-BC24-4B77-854D-4ECDA931EC02}" dt="2025-08-05T00:35:55.002" v="238" actId="165"/>
          <ac:spMkLst>
            <pc:docMk/>
            <pc:sldMk cId="2121830367" sldId="293"/>
            <ac:spMk id="54" creationId="{538E23CF-743D-14E5-1F23-1388A3BBA813}"/>
          </ac:spMkLst>
        </pc:spChg>
        <pc:spChg chg="mod topLvl">
          <ac:chgData name="MYUNG JIN" userId="89f3fa32ababedc4" providerId="LiveId" clId="{37EF9922-BC24-4B77-854D-4ECDA931EC02}" dt="2025-08-05T00:36:49.961" v="246" actId="1037"/>
          <ac:spMkLst>
            <pc:docMk/>
            <pc:sldMk cId="2121830367" sldId="293"/>
            <ac:spMk id="55" creationId="{A290A816-EA0F-E437-1284-CA78856B7EA8}"/>
          </ac:spMkLst>
        </pc:spChg>
        <pc:spChg chg="mod">
          <ac:chgData name="MYUNG JIN" userId="89f3fa32ababedc4" providerId="LiveId" clId="{37EF9922-BC24-4B77-854D-4ECDA931EC02}" dt="2025-08-07T02:29:28.879" v="446" actId="1035"/>
          <ac:spMkLst>
            <pc:docMk/>
            <pc:sldMk cId="2121830367" sldId="293"/>
            <ac:spMk id="199" creationId="{99C0969F-A69A-2A5C-B91D-F85909E29B63}"/>
          </ac:spMkLst>
        </pc:spChg>
        <pc:spChg chg="mod topLvl">
          <ac:chgData name="MYUNG JIN" userId="89f3fa32ababedc4" providerId="LiveId" clId="{37EF9922-BC24-4B77-854D-4ECDA931EC02}" dt="2025-08-07T02:29:35.454" v="450" actId="1036"/>
          <ac:spMkLst>
            <pc:docMk/>
            <pc:sldMk cId="2121830367" sldId="293"/>
            <ac:spMk id="200" creationId="{698D95AB-C81A-DF60-E667-F71B07D92047}"/>
          </ac:spMkLst>
        </pc:spChg>
        <pc:spChg chg="mod topLvl">
          <ac:chgData name="MYUNG JIN" userId="89f3fa32ababedc4" providerId="LiveId" clId="{37EF9922-BC24-4B77-854D-4ECDA931EC02}" dt="2025-08-05T00:35:55.002" v="238" actId="165"/>
          <ac:spMkLst>
            <pc:docMk/>
            <pc:sldMk cId="2121830367" sldId="293"/>
            <ac:spMk id="204" creationId="{03337A3F-6717-397D-A38D-CAE2B3754245}"/>
          </ac:spMkLst>
        </pc:spChg>
        <pc:spChg chg="mod topLvl">
          <ac:chgData name="MYUNG JIN" userId="89f3fa32ababedc4" providerId="LiveId" clId="{37EF9922-BC24-4B77-854D-4ECDA931EC02}" dt="2025-08-05T00:35:55.002" v="238" actId="165"/>
          <ac:spMkLst>
            <pc:docMk/>
            <pc:sldMk cId="2121830367" sldId="293"/>
            <ac:spMk id="208" creationId="{D889EECC-43B0-D1E5-2579-58F6B1219EA3}"/>
          </ac:spMkLst>
        </pc:spChg>
        <pc:graphicFrameChg chg="ord">
          <ac:chgData name="MYUNG JIN" userId="89f3fa32ababedc4" providerId="LiveId" clId="{37EF9922-BC24-4B77-854D-4ECDA931EC02}" dt="2025-08-05T00:36:37.395" v="240" actId="167"/>
          <ac:graphicFrameMkLst>
            <pc:docMk/>
            <pc:sldMk cId="2121830367" sldId="293"/>
            <ac:graphicFrameMk id="40" creationId="{B82BFF56-A925-DA85-07B6-9932B4911FA6}"/>
          </ac:graphicFrameMkLst>
        </pc:graphicFrameChg>
        <pc:graphicFrameChg chg="ord">
          <ac:chgData name="MYUNG JIN" userId="89f3fa32ababedc4" providerId="LiveId" clId="{37EF9922-BC24-4B77-854D-4ECDA931EC02}" dt="2025-08-05T00:36:12.274" v="239" actId="167"/>
          <ac:graphicFrameMkLst>
            <pc:docMk/>
            <pc:sldMk cId="2121830367" sldId="293"/>
            <ac:graphicFrameMk id="59" creationId="{AAA9C498-6D1C-7684-C5AD-8C0784B709E5}"/>
          </ac:graphicFrameMkLst>
        </pc:graphicFrameChg>
        <pc:graphicFrameChg chg="mod modGraphic">
          <ac:chgData name="MYUNG JIN" userId="89f3fa32ababedc4" providerId="LiveId" clId="{37EF9922-BC24-4B77-854D-4ECDA931EC02}" dt="2025-08-05T00:33:28.857" v="222" actId="2711"/>
          <ac:graphicFrameMkLst>
            <pc:docMk/>
            <pc:sldMk cId="2121830367" sldId="293"/>
            <ac:graphicFrameMk id="224" creationId="{3F1C6EA0-F3D2-35F4-7176-B5094E96E1D5}"/>
          </ac:graphicFrameMkLst>
        </pc:graphicFrameChg>
      </pc:sldChg>
      <pc:sldChg chg="addSp modSp mod">
        <pc:chgData name="MYUNG JIN" userId="89f3fa32ababedc4" providerId="LiveId" clId="{37EF9922-BC24-4B77-854D-4ECDA931EC02}" dt="2025-08-05T00:34:05.281" v="225" actId="2711"/>
        <pc:sldMkLst>
          <pc:docMk/>
          <pc:sldMk cId="2739602740" sldId="294"/>
        </pc:sldMkLst>
        <pc:spChg chg="add mod ord">
          <ac:chgData name="MYUNG JIN" userId="89f3fa32ababedc4" providerId="LiveId" clId="{37EF9922-BC24-4B77-854D-4ECDA931EC02}" dt="2025-07-29T02:07:11.015" v="107" actId="167"/>
          <ac:spMkLst>
            <pc:docMk/>
            <pc:sldMk cId="2739602740" sldId="294"/>
            <ac:spMk id="5" creationId="{F953CD45-F358-AAAB-F74B-4F63C66E94C8}"/>
          </ac:spMkLst>
        </pc:spChg>
        <pc:spChg chg="mod">
          <ac:chgData name="MYUNG JIN" userId="89f3fa32ababedc4" providerId="LiveId" clId="{37EF9922-BC24-4B77-854D-4ECDA931EC02}" dt="2025-08-05T00:27:56.581" v="189" actId="2711"/>
          <ac:spMkLst>
            <pc:docMk/>
            <pc:sldMk cId="2739602740" sldId="294"/>
            <ac:spMk id="30" creationId="{F6E04971-3B8F-98BB-3D30-A447776FCD31}"/>
          </ac:spMkLst>
        </pc:spChg>
        <pc:spChg chg="mod">
          <ac:chgData name="MYUNG JIN" userId="89f3fa32ababedc4" providerId="LiveId" clId="{37EF9922-BC24-4B77-854D-4ECDA931EC02}" dt="2025-08-05T00:27:39.465" v="186" actId="2711"/>
          <ac:spMkLst>
            <pc:docMk/>
            <pc:sldMk cId="2739602740" sldId="294"/>
            <ac:spMk id="40" creationId="{C7B482BB-B5F9-CDB0-2B9B-104215EC1C02}"/>
          </ac:spMkLst>
        </pc:spChg>
        <pc:spChg chg="mod">
          <ac:chgData name="MYUNG JIN" userId="89f3fa32ababedc4" providerId="LiveId" clId="{37EF9922-BC24-4B77-854D-4ECDA931EC02}" dt="2025-08-05T00:28:01" v="190" actId="14100"/>
          <ac:spMkLst>
            <pc:docMk/>
            <pc:sldMk cId="2739602740" sldId="294"/>
            <ac:spMk id="55" creationId="{FED79CC0-DFBF-B36A-9C04-89684982AEAC}"/>
          </ac:spMkLst>
        </pc:spChg>
        <pc:spChg chg="mod">
          <ac:chgData name="MYUNG JIN" userId="89f3fa32ababedc4" providerId="LiveId" clId="{37EF9922-BC24-4B77-854D-4ECDA931EC02}" dt="2025-08-05T00:27:18.003" v="185" actId="14100"/>
          <ac:spMkLst>
            <pc:docMk/>
            <pc:sldMk cId="2739602740" sldId="294"/>
            <ac:spMk id="64" creationId="{87C0E853-A046-CF95-BE9B-40F433735F9C}"/>
          </ac:spMkLst>
        </pc:spChg>
        <pc:spChg chg="mod">
          <ac:chgData name="MYUNG JIN" userId="89f3fa32ababedc4" providerId="LiveId" clId="{37EF9922-BC24-4B77-854D-4ECDA931EC02}" dt="2025-08-05T00:28:19.646" v="191" actId="2711"/>
          <ac:spMkLst>
            <pc:docMk/>
            <pc:sldMk cId="2739602740" sldId="294"/>
            <ac:spMk id="96" creationId="{0CF8E02F-DCCD-0760-13A5-E316BDDFF15A}"/>
          </ac:spMkLst>
        </pc:spChg>
        <pc:spChg chg="mod">
          <ac:chgData name="MYUNG JIN" userId="89f3fa32ababedc4" providerId="LiveId" clId="{37EF9922-BC24-4B77-854D-4ECDA931EC02}" dt="2025-08-05T00:28:19.646" v="191" actId="2711"/>
          <ac:spMkLst>
            <pc:docMk/>
            <pc:sldMk cId="2739602740" sldId="294"/>
            <ac:spMk id="98" creationId="{631D7FAF-5326-11EC-6C5D-5001EA0C9CE6}"/>
          </ac:spMkLst>
        </pc:spChg>
        <pc:spChg chg="mod">
          <ac:chgData name="MYUNG JIN" userId="89f3fa32ababedc4" providerId="LiveId" clId="{37EF9922-BC24-4B77-854D-4ECDA931EC02}" dt="2025-08-05T00:28:19.646" v="191" actId="2711"/>
          <ac:spMkLst>
            <pc:docMk/>
            <pc:sldMk cId="2739602740" sldId="294"/>
            <ac:spMk id="104" creationId="{EA8A22DA-4317-75C8-8C30-7A39EB88B413}"/>
          </ac:spMkLst>
        </pc:spChg>
        <pc:spChg chg="mod">
          <ac:chgData name="MYUNG JIN" userId="89f3fa32ababedc4" providerId="LiveId" clId="{37EF9922-BC24-4B77-854D-4ECDA931EC02}" dt="2025-08-05T00:28:19.646" v="191" actId="2711"/>
          <ac:spMkLst>
            <pc:docMk/>
            <pc:sldMk cId="2739602740" sldId="294"/>
            <ac:spMk id="105" creationId="{17BA5A82-7146-D1E6-AB93-E5F15F7DB017}"/>
          </ac:spMkLst>
        </pc:spChg>
        <pc:spChg chg="mod">
          <ac:chgData name="MYUNG JIN" userId="89f3fa32ababedc4" providerId="LiveId" clId="{37EF9922-BC24-4B77-854D-4ECDA931EC02}" dt="2025-08-05T00:34:05.281" v="225" actId="2711"/>
          <ac:spMkLst>
            <pc:docMk/>
            <pc:sldMk cId="2739602740" sldId="294"/>
            <ac:spMk id="113" creationId="{2B52AD70-B9D6-05E0-19DF-BECAD112591F}"/>
          </ac:spMkLst>
        </pc:spChg>
        <pc:spChg chg="mod">
          <ac:chgData name="MYUNG JIN" userId="89f3fa32ababedc4" providerId="LiveId" clId="{37EF9922-BC24-4B77-854D-4ECDA931EC02}" dt="2025-08-05T00:27:56.581" v="189" actId="2711"/>
          <ac:spMkLst>
            <pc:docMk/>
            <pc:sldMk cId="2739602740" sldId="294"/>
            <ac:spMk id="122" creationId="{6948162F-4AAD-F330-989C-DDE4ADCB7490}"/>
          </ac:spMkLst>
        </pc:spChg>
        <pc:spChg chg="mod">
          <ac:chgData name="MYUNG JIN" userId="89f3fa32ababedc4" providerId="LiveId" clId="{37EF9922-BC24-4B77-854D-4ECDA931EC02}" dt="2025-08-05T00:33:54.734" v="224" actId="2711"/>
          <ac:spMkLst>
            <pc:docMk/>
            <pc:sldMk cId="2739602740" sldId="294"/>
            <ac:spMk id="134" creationId="{1A942958-BBE3-2F7B-4FDF-E327566BE28D}"/>
          </ac:spMkLst>
        </pc:spChg>
        <pc:spChg chg="mod">
          <ac:chgData name="MYUNG JIN" userId="89f3fa32ababedc4" providerId="LiveId" clId="{37EF9922-BC24-4B77-854D-4ECDA931EC02}" dt="2025-08-05T00:33:50.033" v="223" actId="2711"/>
          <ac:spMkLst>
            <pc:docMk/>
            <pc:sldMk cId="2739602740" sldId="294"/>
            <ac:spMk id="137" creationId="{DDF1FE72-BF36-4496-7D10-A066D1C70F3C}"/>
          </ac:spMkLst>
        </pc:spChg>
        <pc:grpChg chg="mod">
          <ac:chgData name="MYUNG JIN" userId="89f3fa32ababedc4" providerId="LiveId" clId="{37EF9922-BC24-4B77-854D-4ECDA931EC02}" dt="2025-07-29T02:07:15.367" v="109" actId="1076"/>
          <ac:grpSpMkLst>
            <pc:docMk/>
            <pc:sldMk cId="2739602740" sldId="294"/>
            <ac:grpSpMk id="125" creationId="{1327CB55-A4D6-577D-35BB-18CF57E7262A}"/>
          </ac:grpSpMkLst>
        </pc:grpChg>
      </pc:sldChg>
      <pc:sldChg chg="addSp delSp modSp mod">
        <pc:chgData name="MYUNG JIN" userId="89f3fa32ababedc4" providerId="LiveId" clId="{37EF9922-BC24-4B77-854D-4ECDA931EC02}" dt="2025-08-05T00:37:56.370" v="269" actId="1076"/>
        <pc:sldMkLst>
          <pc:docMk/>
          <pc:sldMk cId="2177449641" sldId="295"/>
        </pc:sldMkLst>
        <pc:spChg chg="add mod">
          <ac:chgData name="MYUNG JIN" userId="89f3fa32ababedc4" providerId="LiveId" clId="{37EF9922-BC24-4B77-854D-4ECDA931EC02}" dt="2025-07-29T02:07:46.574" v="155" actId="20577"/>
          <ac:spMkLst>
            <pc:docMk/>
            <pc:sldMk cId="2177449641" sldId="295"/>
            <ac:spMk id="17" creationId="{D6A058E8-9117-0067-EEF6-C20DDF139ABE}"/>
          </ac:spMkLst>
        </pc:spChg>
        <pc:spChg chg="mod">
          <ac:chgData name="MYUNG JIN" userId="89f3fa32ababedc4" providerId="LiveId" clId="{37EF9922-BC24-4B77-854D-4ECDA931EC02}" dt="2025-08-05T00:37:30.742" v="259" actId="1036"/>
          <ac:spMkLst>
            <pc:docMk/>
            <pc:sldMk cId="2177449641" sldId="295"/>
            <ac:spMk id="46" creationId="{4FB9E38B-D87C-0295-471A-5AE6AF5F888A}"/>
          </ac:spMkLst>
        </pc:spChg>
        <pc:spChg chg="mod">
          <ac:chgData name="MYUNG JIN" userId="89f3fa32ababedc4" providerId="LiveId" clId="{37EF9922-BC24-4B77-854D-4ECDA931EC02}" dt="2025-08-05T00:37:27.705" v="255" actId="1036"/>
          <ac:spMkLst>
            <pc:docMk/>
            <pc:sldMk cId="2177449641" sldId="295"/>
            <ac:spMk id="47" creationId="{8A072C4B-509B-0C0F-A08A-62FF9BEF2703}"/>
          </ac:spMkLst>
        </pc:spChg>
        <pc:spChg chg="mod">
          <ac:chgData name="MYUNG JIN" userId="89f3fa32ababedc4" providerId="LiveId" clId="{37EF9922-BC24-4B77-854D-4ECDA931EC02}" dt="2025-08-05T00:37:14.654" v="247" actId="2711"/>
          <ac:spMkLst>
            <pc:docMk/>
            <pc:sldMk cId="2177449641" sldId="295"/>
            <ac:spMk id="69" creationId="{FD31B4C3-2262-AF96-C3E0-040B15776353}"/>
          </ac:spMkLst>
        </pc:spChg>
        <pc:spChg chg="mod">
          <ac:chgData name="MYUNG JIN" userId="89f3fa32ababedc4" providerId="LiveId" clId="{37EF9922-BC24-4B77-854D-4ECDA931EC02}" dt="2025-08-05T00:37:40.762" v="265" actId="404"/>
          <ac:spMkLst>
            <pc:docMk/>
            <pc:sldMk cId="2177449641" sldId="295"/>
            <ac:spMk id="88" creationId="{10EA93C6-E4E0-EF47-7FDF-0EFADEC06C26}"/>
          </ac:spMkLst>
        </pc:spChg>
        <pc:grpChg chg="mod">
          <ac:chgData name="MYUNG JIN" userId="89f3fa32ababedc4" providerId="LiveId" clId="{37EF9922-BC24-4B77-854D-4ECDA931EC02}" dt="2025-08-05T00:37:52.284" v="268" actId="1076"/>
          <ac:grpSpMkLst>
            <pc:docMk/>
            <pc:sldMk cId="2177449641" sldId="295"/>
            <ac:grpSpMk id="105" creationId="{C1E146CD-967F-0247-D32C-CCC304A49217}"/>
          </ac:grpSpMkLst>
        </pc:grpChg>
        <pc:cxnChg chg="mod">
          <ac:chgData name="MYUNG JIN" userId="89f3fa32ababedc4" providerId="LiveId" clId="{37EF9922-BC24-4B77-854D-4ECDA931EC02}" dt="2025-08-05T00:37:56.370" v="269" actId="1076"/>
          <ac:cxnSpMkLst>
            <pc:docMk/>
            <pc:sldMk cId="2177449641" sldId="295"/>
            <ac:cxnSpMk id="84" creationId="{58A17CD6-DB05-3041-ED4E-FFC0CEE8B987}"/>
          </ac:cxnSpMkLst>
        </pc:cxnChg>
      </pc:sldChg>
      <pc:sldChg chg="addSp delSp modSp mod">
        <pc:chgData name="MYUNG JIN" userId="89f3fa32ababedc4" providerId="LiveId" clId="{37EF9922-BC24-4B77-854D-4ECDA931EC02}" dt="2025-08-05T04:56:42.649" v="434" actId="478"/>
        <pc:sldMkLst>
          <pc:docMk/>
          <pc:sldMk cId="3371992946" sldId="296"/>
        </pc:sldMkLst>
        <pc:spChg chg="mod">
          <ac:chgData name="MYUNG JIN" userId="89f3fa32ababedc4" providerId="LiveId" clId="{37EF9922-BC24-4B77-854D-4ECDA931EC02}" dt="2025-08-05T04:54:20.697" v="416" actId="1076"/>
          <ac:spMkLst>
            <pc:docMk/>
            <pc:sldMk cId="3371992946" sldId="296"/>
            <ac:spMk id="2" creationId="{846F8C79-D82A-88BB-C32D-5B3F9CE2250C}"/>
          </ac:spMkLst>
        </pc:spChg>
        <pc:spChg chg="mod">
          <ac:chgData name="MYUNG JIN" userId="89f3fa32ababedc4" providerId="LiveId" clId="{37EF9922-BC24-4B77-854D-4ECDA931EC02}" dt="2025-08-05T04:53:35.420" v="410" actId="2711"/>
          <ac:spMkLst>
            <pc:docMk/>
            <pc:sldMk cId="3371992946" sldId="296"/>
            <ac:spMk id="11" creationId="{1E26113D-5EAA-681E-05D3-689F8960CFF6}"/>
          </ac:spMkLst>
        </pc:spChg>
        <pc:spChg chg="mod">
          <ac:chgData name="MYUNG JIN" userId="89f3fa32ababedc4" providerId="LiveId" clId="{37EF9922-BC24-4B77-854D-4ECDA931EC02}" dt="2025-08-05T04:45:18.094" v="408" actId="2711"/>
          <ac:spMkLst>
            <pc:docMk/>
            <pc:sldMk cId="3371992946" sldId="296"/>
            <ac:spMk id="20" creationId="{D9C0B407-0791-CA80-DA6B-A7A4397258F0}"/>
          </ac:spMkLst>
        </pc:spChg>
        <pc:spChg chg="mod">
          <ac:chgData name="MYUNG JIN" userId="89f3fa32ababedc4" providerId="LiveId" clId="{37EF9922-BC24-4B77-854D-4ECDA931EC02}" dt="2025-08-05T04:54:23.861" v="417" actId="1076"/>
          <ac:spMkLst>
            <pc:docMk/>
            <pc:sldMk cId="3371992946" sldId="296"/>
            <ac:spMk id="25" creationId="{028FAA34-203E-1E7C-ED60-00ACD4043955}"/>
          </ac:spMkLst>
        </pc:spChg>
        <pc:grpChg chg="mod">
          <ac:chgData name="MYUNG JIN" userId="89f3fa32ababedc4" providerId="LiveId" clId="{37EF9922-BC24-4B77-854D-4ECDA931EC02}" dt="2025-08-05T04:54:23.861" v="417" actId="1076"/>
          <ac:grpSpMkLst>
            <pc:docMk/>
            <pc:sldMk cId="3371992946" sldId="296"/>
            <ac:grpSpMk id="21" creationId="{77040CAA-FC6D-13CB-67A3-996E4A8C4EBA}"/>
          </ac:grpSpMkLst>
        </pc:grpChg>
      </pc:sldChg>
      <pc:sldChg chg="addSp delSp modSp mod">
        <pc:chgData name="MYUNG JIN" userId="89f3fa32ababedc4" providerId="LiveId" clId="{37EF9922-BC24-4B77-854D-4ECDA931EC02}" dt="2025-08-05T00:34:18.880" v="226" actId="2711"/>
        <pc:sldMkLst>
          <pc:docMk/>
          <pc:sldMk cId="2929006531" sldId="297"/>
        </pc:sldMkLst>
        <pc:spChg chg="mod">
          <ac:chgData name="MYUNG JIN" userId="89f3fa32ababedc4" providerId="LiveId" clId="{37EF9922-BC24-4B77-854D-4ECDA931EC02}" dt="2025-08-05T00:30:13.635" v="203" actId="2711"/>
          <ac:spMkLst>
            <pc:docMk/>
            <pc:sldMk cId="2929006531" sldId="297"/>
            <ac:spMk id="3" creationId="{CC9FC38C-A53C-4DC5-8E00-866E9D3C9F38}"/>
          </ac:spMkLst>
        </pc:spChg>
        <pc:spChg chg="mod">
          <ac:chgData name="MYUNG JIN" userId="89f3fa32ababedc4" providerId="LiveId" clId="{37EF9922-BC24-4B77-854D-4ECDA931EC02}" dt="2025-08-05T00:30:13.635" v="203" actId="2711"/>
          <ac:spMkLst>
            <pc:docMk/>
            <pc:sldMk cId="2929006531" sldId="297"/>
            <ac:spMk id="4" creationId="{57869DDD-E4AF-0CBB-3F6A-41CC92A78AB1}"/>
          </ac:spMkLst>
        </pc:spChg>
        <pc:spChg chg="mod topLvl">
          <ac:chgData name="MYUNG JIN" userId="89f3fa32ababedc4" providerId="LiveId" clId="{37EF9922-BC24-4B77-854D-4ECDA931EC02}" dt="2025-08-05T00:30:13.635" v="203" actId="2711"/>
          <ac:spMkLst>
            <pc:docMk/>
            <pc:sldMk cId="2929006531" sldId="297"/>
            <ac:spMk id="5" creationId="{98A00711-433D-99FE-BDCF-8F4B35A6B733}"/>
          </ac:spMkLst>
        </pc:spChg>
        <pc:spChg chg="mod">
          <ac:chgData name="MYUNG JIN" userId="89f3fa32ababedc4" providerId="LiveId" clId="{37EF9922-BC24-4B77-854D-4ECDA931EC02}" dt="2025-08-05T00:30:15.866" v="204" actId="14100"/>
          <ac:spMkLst>
            <pc:docMk/>
            <pc:sldMk cId="2929006531" sldId="297"/>
            <ac:spMk id="6" creationId="{E52136DE-7A31-6B18-E105-08AA34A792C5}"/>
          </ac:spMkLst>
        </pc:spChg>
        <pc:spChg chg="mod">
          <ac:chgData name="MYUNG JIN" userId="89f3fa32ababedc4" providerId="LiveId" clId="{37EF9922-BC24-4B77-854D-4ECDA931EC02}" dt="2025-08-05T00:30:13.635" v="203" actId="2711"/>
          <ac:spMkLst>
            <pc:docMk/>
            <pc:sldMk cId="2929006531" sldId="297"/>
            <ac:spMk id="7" creationId="{F90BA298-ED92-1AB5-8453-9CA6694E0DEC}"/>
          </ac:spMkLst>
        </pc:spChg>
        <pc:spChg chg="mod topLvl">
          <ac:chgData name="MYUNG JIN" userId="89f3fa32ababedc4" providerId="LiveId" clId="{37EF9922-BC24-4B77-854D-4ECDA931EC02}" dt="2025-08-05T00:28:47.700" v="197" actId="165"/>
          <ac:spMkLst>
            <pc:docMk/>
            <pc:sldMk cId="2929006531" sldId="297"/>
            <ac:spMk id="8" creationId="{D2E86CF6-DB08-4D70-B746-2BF553DB88AD}"/>
          </ac:spMkLst>
        </pc:spChg>
        <pc:spChg chg="add mod">
          <ac:chgData name="MYUNG JIN" userId="89f3fa32ababedc4" providerId="LiveId" clId="{37EF9922-BC24-4B77-854D-4ECDA931EC02}" dt="2025-07-29T02:07:19.202" v="115" actId="20577"/>
          <ac:spMkLst>
            <pc:docMk/>
            <pc:sldMk cId="2929006531" sldId="297"/>
            <ac:spMk id="15" creationId="{30A4816D-8366-D19E-BB79-F36BEDFC70E2}"/>
          </ac:spMkLst>
        </pc:spChg>
        <pc:spChg chg="mod">
          <ac:chgData name="MYUNG JIN" userId="89f3fa32ababedc4" providerId="LiveId" clId="{37EF9922-BC24-4B77-854D-4ECDA931EC02}" dt="2025-08-05T00:29:16.700" v="200" actId="14100"/>
          <ac:spMkLst>
            <pc:docMk/>
            <pc:sldMk cId="2929006531" sldId="297"/>
            <ac:spMk id="17" creationId="{D25E60D4-6107-E801-58C8-3CC521566460}"/>
          </ac:spMkLst>
        </pc:spChg>
        <pc:spChg chg="mod">
          <ac:chgData name="MYUNG JIN" userId="89f3fa32ababedc4" providerId="LiveId" clId="{37EF9922-BC24-4B77-854D-4ECDA931EC02}" dt="2025-08-05T00:29:14.024" v="199" actId="2711"/>
          <ac:spMkLst>
            <pc:docMk/>
            <pc:sldMk cId="2929006531" sldId="297"/>
            <ac:spMk id="19" creationId="{6DBA88C5-F6BC-CC77-FD2E-22421CFB442E}"/>
          </ac:spMkLst>
        </pc:spChg>
        <pc:spChg chg="mod">
          <ac:chgData name="MYUNG JIN" userId="89f3fa32ababedc4" providerId="LiveId" clId="{37EF9922-BC24-4B77-854D-4ECDA931EC02}" dt="2025-08-05T00:30:13.635" v="203" actId="2711"/>
          <ac:spMkLst>
            <pc:docMk/>
            <pc:sldMk cId="2929006531" sldId="297"/>
            <ac:spMk id="31" creationId="{C5478B7D-D792-84E7-4E5F-95392744CD7E}"/>
          </ac:spMkLst>
        </pc:spChg>
        <pc:spChg chg="mod">
          <ac:chgData name="MYUNG JIN" userId="89f3fa32ababedc4" providerId="LiveId" clId="{37EF9922-BC24-4B77-854D-4ECDA931EC02}" dt="2025-08-05T00:30:13.635" v="203" actId="2711"/>
          <ac:spMkLst>
            <pc:docMk/>
            <pc:sldMk cId="2929006531" sldId="297"/>
            <ac:spMk id="32" creationId="{6E6BE179-B2AE-D3B5-A454-7EBD36E9D7BD}"/>
          </ac:spMkLst>
        </pc:spChg>
        <pc:spChg chg="mod">
          <ac:chgData name="MYUNG JIN" userId="89f3fa32ababedc4" providerId="LiveId" clId="{37EF9922-BC24-4B77-854D-4ECDA931EC02}" dt="2025-08-05T00:30:13.635" v="203" actId="2711"/>
          <ac:spMkLst>
            <pc:docMk/>
            <pc:sldMk cId="2929006531" sldId="297"/>
            <ac:spMk id="33" creationId="{E0AD34D7-6D5C-D68B-40EE-9F431E7FDFAA}"/>
          </ac:spMkLst>
        </pc:spChg>
        <pc:spChg chg="mod topLvl">
          <ac:chgData name="MYUNG JIN" userId="89f3fa32ababedc4" providerId="LiveId" clId="{37EF9922-BC24-4B77-854D-4ECDA931EC02}" dt="2025-08-05T00:28:47.700" v="197" actId="165"/>
          <ac:spMkLst>
            <pc:docMk/>
            <pc:sldMk cId="2929006531" sldId="297"/>
            <ac:spMk id="41" creationId="{FCF0CFFF-5E77-3DA2-9763-CB1AA0DE24D1}"/>
          </ac:spMkLst>
        </pc:spChg>
        <pc:spChg chg="mod">
          <ac:chgData name="MYUNG JIN" userId="89f3fa32ababedc4" providerId="LiveId" clId="{37EF9922-BC24-4B77-854D-4ECDA931EC02}" dt="2025-08-05T00:28:44.226" v="193" actId="165"/>
          <ac:spMkLst>
            <pc:docMk/>
            <pc:sldMk cId="2929006531" sldId="297"/>
            <ac:spMk id="42" creationId="{22B688EA-9773-60DB-6200-E51D01B2EBFB}"/>
          </ac:spMkLst>
        </pc:spChg>
        <pc:spChg chg="mod topLvl">
          <ac:chgData name="MYUNG JIN" userId="89f3fa32ababedc4" providerId="LiveId" clId="{37EF9922-BC24-4B77-854D-4ECDA931EC02}" dt="2025-08-05T00:30:39.244" v="205" actId="2711"/>
          <ac:spMkLst>
            <pc:docMk/>
            <pc:sldMk cId="2929006531" sldId="297"/>
            <ac:spMk id="43" creationId="{B8403B6A-0BD7-7A9D-5C07-694DBF60373C}"/>
          </ac:spMkLst>
        </pc:spChg>
        <pc:spChg chg="mod topLvl">
          <ac:chgData name="MYUNG JIN" userId="89f3fa32ababedc4" providerId="LiveId" clId="{37EF9922-BC24-4B77-854D-4ECDA931EC02}" dt="2025-08-05T00:30:43.767" v="206" actId="2711"/>
          <ac:spMkLst>
            <pc:docMk/>
            <pc:sldMk cId="2929006531" sldId="297"/>
            <ac:spMk id="45" creationId="{56DD7021-2901-B136-603D-4BCE481DEDA2}"/>
          </ac:spMkLst>
        </pc:spChg>
        <pc:spChg chg="mod">
          <ac:chgData name="MYUNG JIN" userId="89f3fa32ababedc4" providerId="LiveId" clId="{37EF9922-BC24-4B77-854D-4ECDA931EC02}" dt="2025-08-05T00:30:43.767" v="206" actId="2711"/>
          <ac:spMkLst>
            <pc:docMk/>
            <pc:sldMk cId="2929006531" sldId="297"/>
            <ac:spMk id="47" creationId="{A72EA202-2DA8-295A-C18F-027C0F584EE7}"/>
          </ac:spMkLst>
        </pc:spChg>
        <pc:spChg chg="mod">
          <ac:chgData name="MYUNG JIN" userId="89f3fa32ababedc4" providerId="LiveId" clId="{37EF9922-BC24-4B77-854D-4ECDA931EC02}" dt="2025-08-05T00:30:39.244" v="205" actId="2711"/>
          <ac:spMkLst>
            <pc:docMk/>
            <pc:sldMk cId="2929006531" sldId="297"/>
            <ac:spMk id="49" creationId="{FD2A2E2D-9BD7-ACEA-79D2-7A26CA3B790C}"/>
          </ac:spMkLst>
        </pc:spChg>
        <pc:spChg chg="mod topLvl">
          <ac:chgData name="MYUNG JIN" userId="89f3fa32ababedc4" providerId="LiveId" clId="{37EF9922-BC24-4B77-854D-4ECDA931EC02}" dt="2025-08-05T00:30:39.244" v="205" actId="2711"/>
          <ac:spMkLst>
            <pc:docMk/>
            <pc:sldMk cId="2929006531" sldId="297"/>
            <ac:spMk id="50" creationId="{ADFD939A-C718-C4CD-BB1D-8219A75C63DD}"/>
          </ac:spMkLst>
        </pc:spChg>
        <pc:spChg chg="mod">
          <ac:chgData name="MYUNG JIN" userId="89f3fa32ababedc4" providerId="LiveId" clId="{37EF9922-BC24-4B77-854D-4ECDA931EC02}" dt="2025-08-05T00:30:39.244" v="205" actId="2711"/>
          <ac:spMkLst>
            <pc:docMk/>
            <pc:sldMk cId="2929006531" sldId="297"/>
            <ac:spMk id="51" creationId="{AEB75788-A66B-450C-F375-9D0C5EB8EBDE}"/>
          </ac:spMkLst>
        </pc:spChg>
        <pc:spChg chg="mod">
          <ac:chgData name="MYUNG JIN" userId="89f3fa32ababedc4" providerId="LiveId" clId="{37EF9922-BC24-4B77-854D-4ECDA931EC02}" dt="2025-08-05T00:34:18.880" v="226" actId="2711"/>
          <ac:spMkLst>
            <pc:docMk/>
            <pc:sldMk cId="2929006531" sldId="297"/>
            <ac:spMk id="52" creationId="{66356849-2A96-3935-D7B7-D6F23792A7C6}"/>
          </ac:spMkLst>
        </pc:spChg>
        <pc:spChg chg="mod">
          <ac:chgData name="MYUNG JIN" userId="89f3fa32ababedc4" providerId="LiveId" clId="{37EF9922-BC24-4B77-854D-4ECDA931EC02}" dt="2025-08-05T00:34:18.880" v="226" actId="2711"/>
          <ac:spMkLst>
            <pc:docMk/>
            <pc:sldMk cId="2929006531" sldId="297"/>
            <ac:spMk id="53" creationId="{C25A1755-494F-75E0-60FE-0351EE2850A9}"/>
          </ac:spMkLst>
        </pc:spChg>
        <pc:spChg chg="mod">
          <ac:chgData name="MYUNG JIN" userId="89f3fa32ababedc4" providerId="LiveId" clId="{37EF9922-BC24-4B77-854D-4ECDA931EC02}" dt="2025-08-05T00:34:18.880" v="226" actId="2711"/>
          <ac:spMkLst>
            <pc:docMk/>
            <pc:sldMk cId="2929006531" sldId="297"/>
            <ac:spMk id="54" creationId="{1F469461-F3DE-19C8-02A9-57C2BCB7BE69}"/>
          </ac:spMkLst>
        </pc:spChg>
        <pc:spChg chg="mod">
          <ac:chgData name="MYUNG JIN" userId="89f3fa32ababedc4" providerId="LiveId" clId="{37EF9922-BC24-4B77-854D-4ECDA931EC02}" dt="2025-08-05T00:29:14.024" v="199" actId="2711"/>
          <ac:spMkLst>
            <pc:docMk/>
            <pc:sldMk cId="2929006531" sldId="297"/>
            <ac:spMk id="55" creationId="{99100E5F-2978-900C-122E-CC60F61A4988}"/>
          </ac:spMkLst>
        </pc:spChg>
        <pc:spChg chg="mod topLvl">
          <ac:chgData name="MYUNG JIN" userId="89f3fa32ababedc4" providerId="LiveId" clId="{37EF9922-BC24-4B77-854D-4ECDA931EC02}" dt="2025-08-05T00:30:39.244" v="205" actId="2711"/>
          <ac:spMkLst>
            <pc:docMk/>
            <pc:sldMk cId="2929006531" sldId="297"/>
            <ac:spMk id="56" creationId="{EAD70ABF-3B7F-B60D-FF94-09EE2E42C705}"/>
          </ac:spMkLst>
        </pc:spChg>
        <pc:spChg chg="mod topLvl">
          <ac:chgData name="MYUNG JIN" userId="89f3fa32ababedc4" providerId="LiveId" clId="{37EF9922-BC24-4B77-854D-4ECDA931EC02}" dt="2025-08-05T00:30:39.244" v="205" actId="2711"/>
          <ac:spMkLst>
            <pc:docMk/>
            <pc:sldMk cId="2929006531" sldId="297"/>
            <ac:spMk id="57" creationId="{948277D6-067A-4823-C841-5255A1049C6D}"/>
          </ac:spMkLst>
        </pc:spChg>
        <pc:spChg chg="mod">
          <ac:chgData name="MYUNG JIN" userId="89f3fa32ababedc4" providerId="LiveId" clId="{37EF9922-BC24-4B77-854D-4ECDA931EC02}" dt="2025-08-05T00:29:14.024" v="199" actId="2711"/>
          <ac:spMkLst>
            <pc:docMk/>
            <pc:sldMk cId="2929006531" sldId="297"/>
            <ac:spMk id="59" creationId="{A7B585AF-DACB-5633-A430-890D35C1B3E1}"/>
          </ac:spMkLst>
        </pc:spChg>
        <pc:spChg chg="mod topLvl">
          <ac:chgData name="MYUNG JIN" userId="89f3fa32ababedc4" providerId="LiveId" clId="{37EF9922-BC24-4B77-854D-4ECDA931EC02}" dt="2025-08-05T00:29:14.024" v="199" actId="2711"/>
          <ac:spMkLst>
            <pc:docMk/>
            <pc:sldMk cId="2929006531" sldId="297"/>
            <ac:spMk id="61" creationId="{12E126D7-B492-4AAE-B2D7-7DAF25479315}"/>
          </ac:spMkLst>
        </pc:spChg>
        <pc:spChg chg="mod">
          <ac:chgData name="MYUNG JIN" userId="89f3fa32ababedc4" providerId="LiveId" clId="{37EF9922-BC24-4B77-854D-4ECDA931EC02}" dt="2025-08-05T00:29:14.024" v="199" actId="2711"/>
          <ac:spMkLst>
            <pc:docMk/>
            <pc:sldMk cId="2929006531" sldId="297"/>
            <ac:spMk id="64" creationId="{A82939DE-FE5E-0029-B33A-A3F58E023D0F}"/>
          </ac:spMkLst>
        </pc:spChg>
        <pc:spChg chg="mod">
          <ac:chgData name="MYUNG JIN" userId="89f3fa32ababedc4" providerId="LiveId" clId="{37EF9922-BC24-4B77-854D-4ECDA931EC02}" dt="2025-08-05T00:29:14.024" v="199" actId="2711"/>
          <ac:spMkLst>
            <pc:docMk/>
            <pc:sldMk cId="2929006531" sldId="297"/>
            <ac:spMk id="68" creationId="{28FCDB51-493E-0E41-A8B3-C28BC46671CD}"/>
          </ac:spMkLst>
        </pc:spChg>
        <pc:spChg chg="mod">
          <ac:chgData name="MYUNG JIN" userId="89f3fa32ababedc4" providerId="LiveId" clId="{37EF9922-BC24-4B77-854D-4ECDA931EC02}" dt="2025-08-05T00:29:14.024" v="199" actId="2711"/>
          <ac:spMkLst>
            <pc:docMk/>
            <pc:sldMk cId="2929006531" sldId="297"/>
            <ac:spMk id="69" creationId="{77A2D017-E48E-5C1A-E5E5-61ABBB9CAABE}"/>
          </ac:spMkLst>
        </pc:spChg>
        <pc:spChg chg="mod topLvl">
          <ac:chgData name="MYUNG JIN" userId="89f3fa32ababedc4" providerId="LiveId" clId="{37EF9922-BC24-4B77-854D-4ECDA931EC02}" dt="2025-08-05T00:29:00.829" v="198" actId="2711"/>
          <ac:spMkLst>
            <pc:docMk/>
            <pc:sldMk cId="2929006531" sldId="297"/>
            <ac:spMk id="70" creationId="{3E3C00A3-33B1-0C92-82D5-CB8F12789E73}"/>
          </ac:spMkLst>
        </pc:spChg>
        <pc:spChg chg="mod topLvl">
          <ac:chgData name="MYUNG JIN" userId="89f3fa32ababedc4" providerId="LiveId" clId="{37EF9922-BC24-4B77-854D-4ECDA931EC02}" dt="2025-08-05T00:29:00.829" v="198" actId="2711"/>
          <ac:spMkLst>
            <pc:docMk/>
            <pc:sldMk cId="2929006531" sldId="297"/>
            <ac:spMk id="71" creationId="{F7D485AA-2188-BF44-63D6-5A231006D7F1}"/>
          </ac:spMkLst>
        </pc:spChg>
        <pc:spChg chg="mod topLvl">
          <ac:chgData name="MYUNG JIN" userId="89f3fa32ababedc4" providerId="LiveId" clId="{37EF9922-BC24-4B77-854D-4ECDA931EC02}" dt="2025-08-05T00:29:00.829" v="198" actId="2711"/>
          <ac:spMkLst>
            <pc:docMk/>
            <pc:sldMk cId="2929006531" sldId="297"/>
            <ac:spMk id="75" creationId="{B3F17DDE-4139-7999-B3F6-E19B625D10B3}"/>
          </ac:spMkLst>
        </pc:spChg>
        <pc:spChg chg="mod topLvl">
          <ac:chgData name="MYUNG JIN" userId="89f3fa32ababedc4" providerId="LiveId" clId="{37EF9922-BC24-4B77-854D-4ECDA931EC02}" dt="2025-08-05T00:28:47.700" v="197" actId="165"/>
          <ac:spMkLst>
            <pc:docMk/>
            <pc:sldMk cId="2929006531" sldId="297"/>
            <ac:spMk id="78" creationId="{ED7BE18E-1FFA-5A75-3F2F-91B37EB35B8E}"/>
          </ac:spMkLst>
        </pc:spChg>
        <pc:spChg chg="mod topLvl">
          <ac:chgData name="MYUNG JIN" userId="89f3fa32ababedc4" providerId="LiveId" clId="{37EF9922-BC24-4B77-854D-4ECDA931EC02}" dt="2025-08-05T00:28:47.700" v="197" actId="165"/>
          <ac:spMkLst>
            <pc:docMk/>
            <pc:sldMk cId="2929006531" sldId="297"/>
            <ac:spMk id="82" creationId="{1EDC3793-CD1F-5748-2790-CD98440B542B}"/>
          </ac:spMkLst>
        </pc:spChg>
        <pc:spChg chg="mod topLvl">
          <ac:chgData name="MYUNG JIN" userId="89f3fa32ababedc4" providerId="LiveId" clId="{37EF9922-BC24-4B77-854D-4ECDA931EC02}" dt="2025-08-05T00:28:47.700" v="197" actId="165"/>
          <ac:spMkLst>
            <pc:docMk/>
            <pc:sldMk cId="2929006531" sldId="297"/>
            <ac:spMk id="83" creationId="{35AF7539-570C-840F-6F23-9A31CF91E85F}"/>
          </ac:spMkLst>
        </pc:spChg>
        <pc:spChg chg="mod">
          <ac:chgData name="MYUNG JIN" userId="89f3fa32ababedc4" providerId="LiveId" clId="{37EF9922-BC24-4B77-854D-4ECDA931EC02}" dt="2025-08-05T00:29:00.829" v="198" actId="2711"/>
          <ac:spMkLst>
            <pc:docMk/>
            <pc:sldMk cId="2929006531" sldId="297"/>
            <ac:spMk id="89" creationId="{7699279E-72A4-C0D0-FBBF-6BEAF45F08C4}"/>
          </ac:spMkLst>
        </pc:spChg>
        <pc:spChg chg="mod topLvl">
          <ac:chgData name="MYUNG JIN" userId="89f3fa32ababedc4" providerId="LiveId" clId="{37EF9922-BC24-4B77-854D-4ECDA931EC02}" dt="2025-08-05T00:29:00.829" v="198" actId="2711"/>
          <ac:spMkLst>
            <pc:docMk/>
            <pc:sldMk cId="2929006531" sldId="297"/>
            <ac:spMk id="90" creationId="{2D37CB55-2BE1-5EE1-CBFB-C4E83293E105}"/>
          </ac:spMkLst>
        </pc:spChg>
        <pc:spChg chg="mod">
          <ac:chgData name="MYUNG JIN" userId="89f3fa32ababedc4" providerId="LiveId" clId="{37EF9922-BC24-4B77-854D-4ECDA931EC02}" dt="2025-08-05T00:29:00.829" v="198" actId="2711"/>
          <ac:spMkLst>
            <pc:docMk/>
            <pc:sldMk cId="2929006531" sldId="297"/>
            <ac:spMk id="91" creationId="{B628BF2D-4087-7D3C-1A83-F99EBD155FFD}"/>
          </ac:spMkLst>
        </pc:spChg>
        <pc:spChg chg="mod">
          <ac:chgData name="MYUNG JIN" userId="89f3fa32ababedc4" providerId="LiveId" clId="{37EF9922-BC24-4B77-854D-4ECDA931EC02}" dt="2025-08-05T00:29:00.829" v="198" actId="2711"/>
          <ac:spMkLst>
            <pc:docMk/>
            <pc:sldMk cId="2929006531" sldId="297"/>
            <ac:spMk id="92" creationId="{5F09FB81-A7FF-4E45-2417-C63A071D9112}"/>
          </ac:spMkLst>
        </pc:spChg>
        <pc:spChg chg="mod">
          <ac:chgData name="MYUNG JIN" userId="89f3fa32ababedc4" providerId="LiveId" clId="{37EF9922-BC24-4B77-854D-4ECDA931EC02}" dt="2025-08-05T00:29:00.829" v="198" actId="2711"/>
          <ac:spMkLst>
            <pc:docMk/>
            <pc:sldMk cId="2929006531" sldId="297"/>
            <ac:spMk id="93" creationId="{D1F32C1B-DA78-5087-3AF4-BC13A02890FA}"/>
          </ac:spMkLst>
        </pc:spChg>
        <pc:spChg chg="mod topLvl">
          <ac:chgData name="MYUNG JIN" userId="89f3fa32ababedc4" providerId="LiveId" clId="{37EF9922-BC24-4B77-854D-4ECDA931EC02}" dt="2025-08-05T00:29:18.588" v="201" actId="14100"/>
          <ac:spMkLst>
            <pc:docMk/>
            <pc:sldMk cId="2929006531" sldId="297"/>
            <ac:spMk id="116" creationId="{30EE92B7-EAF7-EDBC-72A6-59B183985C62}"/>
          </ac:spMkLst>
        </pc:spChg>
        <pc:spChg chg="mod topLvl">
          <ac:chgData name="MYUNG JIN" userId="89f3fa32ababedc4" providerId="LiveId" clId="{37EF9922-BC24-4B77-854D-4ECDA931EC02}" dt="2025-08-05T00:28:44.226" v="193" actId="165"/>
          <ac:spMkLst>
            <pc:docMk/>
            <pc:sldMk cId="2929006531" sldId="297"/>
            <ac:spMk id="140" creationId="{5722A109-AF45-5C21-1E12-CA5F290F418C}"/>
          </ac:spMkLst>
        </pc:spChg>
        <pc:spChg chg="mod topLvl">
          <ac:chgData name="MYUNG JIN" userId="89f3fa32ababedc4" providerId="LiveId" clId="{37EF9922-BC24-4B77-854D-4ECDA931EC02}" dt="2025-08-05T00:29:00.829" v="198" actId="2711"/>
          <ac:spMkLst>
            <pc:docMk/>
            <pc:sldMk cId="2929006531" sldId="297"/>
            <ac:spMk id="157" creationId="{7984C7EE-5637-7CF2-2267-ACF1E6D9138A}"/>
          </ac:spMkLst>
        </pc:spChg>
        <pc:spChg chg="mod topLvl">
          <ac:chgData name="MYUNG JIN" userId="89f3fa32ababedc4" providerId="LiveId" clId="{37EF9922-BC24-4B77-854D-4ECDA931EC02}" dt="2025-08-05T00:34:18.880" v="226" actId="2711"/>
          <ac:spMkLst>
            <pc:docMk/>
            <pc:sldMk cId="2929006531" sldId="297"/>
            <ac:spMk id="158" creationId="{FB9690B9-82F2-B815-8FE2-FEB49F9E01C4}"/>
          </ac:spMkLst>
        </pc:spChg>
        <pc:spChg chg="mod topLvl">
          <ac:chgData name="MYUNG JIN" userId="89f3fa32ababedc4" providerId="LiveId" clId="{37EF9922-BC24-4B77-854D-4ECDA931EC02}" dt="2025-08-05T00:34:18.880" v="226" actId="2711"/>
          <ac:spMkLst>
            <pc:docMk/>
            <pc:sldMk cId="2929006531" sldId="297"/>
            <ac:spMk id="159" creationId="{91F8FE2D-2A90-2D40-E59A-D2D81336B02F}"/>
          </ac:spMkLst>
        </pc:spChg>
        <pc:spChg chg="mod topLvl">
          <ac:chgData name="MYUNG JIN" userId="89f3fa32ababedc4" providerId="LiveId" clId="{37EF9922-BC24-4B77-854D-4ECDA931EC02}" dt="2025-08-05T00:29:00.829" v="198" actId="2711"/>
          <ac:spMkLst>
            <pc:docMk/>
            <pc:sldMk cId="2929006531" sldId="297"/>
            <ac:spMk id="161" creationId="{E2168A17-595D-17A0-EC95-3676C5DEF13E}"/>
          </ac:spMkLst>
        </pc:spChg>
        <pc:graphicFrameChg chg="ord">
          <ac:chgData name="MYUNG JIN" userId="89f3fa32ababedc4" providerId="LiveId" clId="{37EF9922-BC24-4B77-854D-4ECDA931EC02}" dt="2025-08-05T00:29:48.548" v="202" actId="167"/>
          <ac:graphicFrameMkLst>
            <pc:docMk/>
            <pc:sldMk cId="2929006531" sldId="297"/>
            <ac:graphicFrameMk id="2" creationId="{04E0EEB3-A9B3-176E-93D3-7B52220BCF31}"/>
          </ac:graphicFrameMkLst>
        </pc:graphicFrameChg>
        <pc:picChg chg="mod topLvl">
          <ac:chgData name="MYUNG JIN" userId="89f3fa32ababedc4" providerId="LiveId" clId="{37EF9922-BC24-4B77-854D-4ECDA931EC02}" dt="2025-08-05T00:28:45.231" v="196" actId="165"/>
          <ac:picMkLst>
            <pc:docMk/>
            <pc:sldMk cId="2929006531" sldId="297"/>
            <ac:picMk id="58" creationId="{41D861BD-CD16-EA3F-EE0B-7001ABEBE224}"/>
          </ac:picMkLst>
        </pc:picChg>
        <pc:cxnChg chg="mod topLvl">
          <ac:chgData name="MYUNG JIN" userId="89f3fa32ababedc4" providerId="LiveId" clId="{37EF9922-BC24-4B77-854D-4ECDA931EC02}" dt="2025-08-05T00:28:45.231" v="196" actId="165"/>
          <ac:cxnSpMkLst>
            <pc:docMk/>
            <pc:sldMk cId="2929006531" sldId="297"/>
            <ac:cxnSpMk id="100" creationId="{1A125A79-6D23-A3F1-B3EA-B056468430C7}"/>
          </ac:cxnSpMkLst>
        </pc:cxnChg>
        <pc:cxnChg chg="mod topLvl">
          <ac:chgData name="MYUNG JIN" userId="89f3fa32ababedc4" providerId="LiveId" clId="{37EF9922-BC24-4B77-854D-4ECDA931EC02}" dt="2025-08-05T00:28:45.231" v="196" actId="165"/>
          <ac:cxnSpMkLst>
            <pc:docMk/>
            <pc:sldMk cId="2929006531" sldId="297"/>
            <ac:cxnSpMk id="101" creationId="{81E932A5-0515-269D-5655-4C0F351D3E23}"/>
          </ac:cxnSpMkLst>
        </pc:cxnChg>
        <pc:cxnChg chg="mod topLvl">
          <ac:chgData name="MYUNG JIN" userId="89f3fa32ababedc4" providerId="LiveId" clId="{37EF9922-BC24-4B77-854D-4ECDA931EC02}" dt="2025-08-05T00:28:44.985" v="195" actId="165"/>
          <ac:cxnSpMkLst>
            <pc:docMk/>
            <pc:sldMk cId="2929006531" sldId="297"/>
            <ac:cxnSpMk id="144" creationId="{66CC80B9-92C1-4C59-AB6E-A59BBCFAFED2}"/>
          </ac:cxnSpMkLst>
        </pc:cxnChg>
        <pc:cxnChg chg="mod topLvl">
          <ac:chgData name="MYUNG JIN" userId="89f3fa32ababedc4" providerId="LiveId" clId="{37EF9922-BC24-4B77-854D-4ECDA931EC02}" dt="2025-08-05T00:28:44.985" v="195" actId="165"/>
          <ac:cxnSpMkLst>
            <pc:docMk/>
            <pc:sldMk cId="2929006531" sldId="297"/>
            <ac:cxnSpMk id="146" creationId="{5795CF27-D42D-06E9-2370-EEF8623A5FB7}"/>
          </ac:cxnSpMkLst>
        </pc:cxnChg>
        <pc:cxnChg chg="mod topLvl">
          <ac:chgData name="MYUNG JIN" userId="89f3fa32ababedc4" providerId="LiveId" clId="{37EF9922-BC24-4B77-854D-4ECDA931EC02}" dt="2025-08-05T00:28:45.231" v="196" actId="165"/>
          <ac:cxnSpMkLst>
            <pc:docMk/>
            <pc:sldMk cId="2929006531" sldId="297"/>
            <ac:cxnSpMk id="148" creationId="{F6643AD4-C76C-B642-4348-D529894EB679}"/>
          </ac:cxnSpMkLst>
        </pc:cxnChg>
      </pc:sldChg>
      <pc:sldChg chg="addSp modSp del">
        <pc:chgData name="MYUNG JIN" userId="89f3fa32ababedc4" providerId="LiveId" clId="{37EF9922-BC24-4B77-854D-4ECDA931EC02}" dt="2025-07-29T02:07:38.049" v="144" actId="47"/>
        <pc:sldMkLst>
          <pc:docMk/>
          <pc:sldMk cId="2937257746" sldId="298"/>
        </pc:sldMkLst>
      </pc:sldChg>
      <pc:sldChg chg="del">
        <pc:chgData name="MYUNG JIN" userId="89f3fa32ababedc4" providerId="LiveId" clId="{37EF9922-BC24-4B77-854D-4ECDA931EC02}" dt="2025-07-29T02:06:17.913" v="83" actId="47"/>
        <pc:sldMkLst>
          <pc:docMk/>
          <pc:sldMk cId="1208402874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1422-0C2E-42D7-924E-F365B5A34AB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F34F1-DEEA-42FB-94CF-D519BE2E3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9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5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1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02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7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9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0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11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95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0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46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C53AF-CD6D-418E-B451-BA3CFECC6915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513F4-2BF8-4F14-B215-A25FB7AB16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0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3.emf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B441C-EB3D-D198-7F1A-AA1B34306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1621191"/>
            <a:ext cx="6146800" cy="3448756"/>
          </a:xfrm>
        </p:spPr>
        <p:txBody>
          <a:bodyPr>
            <a:noAutofit/>
          </a:bodyPr>
          <a:lstStyle/>
          <a:p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Modeling of Attempt-to-Escape Frequency:</a:t>
            </a:r>
            <a:b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Tunneling Emission of Trapped Electrons in Tunneling Oxides of 3-D NAND</a:t>
            </a:r>
            <a:b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Flash Memory</a:t>
            </a:r>
            <a:endParaRPr lang="ko-KR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FBF8F0-9172-93FB-4457-171A7A0741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Myung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Jin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Hyuncheol</a:t>
            </a:r>
            <a:r>
              <a:rPr lang="ko-KR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Shin</a:t>
            </a:r>
          </a:p>
          <a:p>
            <a:endParaRPr lang="en-US" altLang="ko-KR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10.1109/TED.2025.3589340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DCFDF-7BB2-7AC7-2581-D855A1CA53BB}"/>
              </a:ext>
            </a:extLst>
          </p:cNvPr>
          <p:cNvSpPr txBox="1"/>
          <p:nvPr/>
        </p:nvSpPr>
        <p:spPr>
          <a:xfrm>
            <a:off x="1082675" y="1377950"/>
            <a:ext cx="469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Font : Arial</a:t>
            </a:r>
            <a:endParaRPr lang="ko-KR" altLang="en-US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37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60389-0286-AD07-3578-27EE8F936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953CD45-F358-AAAB-F74B-4F63C66E9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527405"/>
            <a:ext cx="1425892" cy="775615"/>
          </a:xfrm>
        </p:spPr>
        <p:txBody>
          <a:bodyPr/>
          <a:lstStyle/>
          <a:p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Fig. 1</a:t>
            </a:r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 descr="다채로움, 스크린샷, 그린, 노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1CAF9D-6B6A-9F18-6A69-7163AAAD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21" b="24931"/>
          <a:stretch>
            <a:fillRect/>
          </a:stretch>
        </p:blipFill>
        <p:spPr>
          <a:xfrm rot="16200000">
            <a:off x="5338646" y="3281180"/>
            <a:ext cx="1252920" cy="63383"/>
          </a:xfrm>
          <a:prstGeom prst="rect">
            <a:avLst/>
          </a:prstGeom>
        </p:spPr>
      </p:pic>
      <p:cxnSp>
        <p:nvCxnSpPr>
          <p:cNvPr id="300" name="직선 연결선 299">
            <a:extLst>
              <a:ext uri="{FF2B5EF4-FFF2-40B4-BE49-F238E27FC236}">
                <a16:creationId xmlns:a16="http://schemas.microsoft.com/office/drawing/2014/main" id="{774A86F0-C443-DA34-8985-53F1D3C638BB}"/>
              </a:ext>
            </a:extLst>
          </p:cNvPr>
          <p:cNvCxnSpPr>
            <a:cxnSpLocks/>
          </p:cNvCxnSpPr>
          <p:nvPr/>
        </p:nvCxnSpPr>
        <p:spPr>
          <a:xfrm>
            <a:off x="2126659" y="2092625"/>
            <a:ext cx="0" cy="981575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직선 연결선 300">
            <a:extLst>
              <a:ext uri="{FF2B5EF4-FFF2-40B4-BE49-F238E27FC236}">
                <a16:creationId xmlns:a16="http://schemas.microsoft.com/office/drawing/2014/main" id="{AE1A7C84-B0B6-9860-FA27-6C833DB2F93A}"/>
              </a:ext>
            </a:extLst>
          </p:cNvPr>
          <p:cNvCxnSpPr>
            <a:cxnSpLocks/>
          </p:cNvCxnSpPr>
          <p:nvPr/>
        </p:nvCxnSpPr>
        <p:spPr>
          <a:xfrm>
            <a:off x="2895007" y="2057400"/>
            <a:ext cx="0" cy="1008751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AF08A3-D3E3-F918-896B-35E2EADB57BA}"/>
              </a:ext>
            </a:extLst>
          </p:cNvPr>
          <p:cNvSpPr/>
          <p:nvPr/>
        </p:nvSpPr>
        <p:spPr>
          <a:xfrm>
            <a:off x="2707599" y="2096465"/>
            <a:ext cx="187388" cy="428288"/>
          </a:xfrm>
          <a:prstGeom prst="rect">
            <a:avLst/>
          </a:prstGeom>
          <a:solidFill>
            <a:srgbClr val="F9B85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b="1" baseline="-2500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19B03E9-80AF-7243-754C-5E0F2216C4DD}"/>
              </a:ext>
            </a:extLst>
          </p:cNvPr>
          <p:cNvCxnSpPr>
            <a:cxnSpLocks/>
          </p:cNvCxnSpPr>
          <p:nvPr/>
        </p:nvCxnSpPr>
        <p:spPr>
          <a:xfrm>
            <a:off x="2004533" y="2524110"/>
            <a:ext cx="10641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A092FB95-3CFD-EA9D-410B-F92547721757}"/>
              </a:ext>
            </a:extLst>
          </p:cNvPr>
          <p:cNvSpPr txBox="1"/>
          <p:nvPr/>
        </p:nvSpPr>
        <p:spPr>
          <a:xfrm>
            <a:off x="1337549" y="1906859"/>
            <a:ext cx="3604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9" name="직선 화살표 연결선 288">
            <a:extLst>
              <a:ext uri="{FF2B5EF4-FFF2-40B4-BE49-F238E27FC236}">
                <a16:creationId xmlns:a16="http://schemas.microsoft.com/office/drawing/2014/main" id="{BF7303CF-4083-ABBE-6FCF-C2DABD2F6544}"/>
              </a:ext>
            </a:extLst>
          </p:cNvPr>
          <p:cNvCxnSpPr>
            <a:cxnSpLocks/>
          </p:cNvCxnSpPr>
          <p:nvPr/>
        </p:nvCxnSpPr>
        <p:spPr>
          <a:xfrm>
            <a:off x="2135189" y="2262116"/>
            <a:ext cx="760771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>
            <a:extLst>
              <a:ext uri="{FF2B5EF4-FFF2-40B4-BE49-F238E27FC236}">
                <a16:creationId xmlns:a16="http://schemas.microsoft.com/office/drawing/2014/main" id="{EC124455-F295-98AF-7E49-DFD62B80281D}"/>
              </a:ext>
            </a:extLst>
          </p:cNvPr>
          <p:cNvSpPr txBox="1"/>
          <p:nvPr/>
        </p:nvSpPr>
        <p:spPr>
          <a:xfrm>
            <a:off x="2311925" y="2092625"/>
            <a:ext cx="4072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/>
              <a:t>t</a:t>
            </a:r>
            <a:r>
              <a:rPr lang="en-US" altLang="ko-KR" sz="800" baseline="-25000"/>
              <a:t>CTN</a:t>
            </a:r>
            <a:endParaRPr lang="ko-KR" altLang="en-US" sz="800" baseline="-25000"/>
          </a:p>
        </p:txBody>
      </p:sp>
      <p:cxnSp>
        <p:nvCxnSpPr>
          <p:cNvPr id="541" name="직선 연결선 540">
            <a:extLst>
              <a:ext uri="{FF2B5EF4-FFF2-40B4-BE49-F238E27FC236}">
                <a16:creationId xmlns:a16="http://schemas.microsoft.com/office/drawing/2014/main" id="{B56972B8-31DD-C20F-602D-A49D0AAD5ACE}"/>
              </a:ext>
            </a:extLst>
          </p:cNvPr>
          <p:cNvCxnSpPr>
            <a:cxnSpLocks/>
          </p:cNvCxnSpPr>
          <p:nvPr/>
        </p:nvCxnSpPr>
        <p:spPr>
          <a:xfrm flipV="1">
            <a:off x="2169702" y="2196967"/>
            <a:ext cx="0" cy="32400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직선 연결선 541">
            <a:extLst>
              <a:ext uri="{FF2B5EF4-FFF2-40B4-BE49-F238E27FC236}">
                <a16:creationId xmlns:a16="http://schemas.microsoft.com/office/drawing/2014/main" id="{6D248263-98BD-D746-842D-E51F3DDDA3F1}"/>
              </a:ext>
            </a:extLst>
          </p:cNvPr>
          <p:cNvCxnSpPr>
            <a:cxnSpLocks/>
          </p:cNvCxnSpPr>
          <p:nvPr/>
        </p:nvCxnSpPr>
        <p:spPr>
          <a:xfrm flipV="1">
            <a:off x="2215705" y="2196967"/>
            <a:ext cx="0" cy="32400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직선 연결선 545">
            <a:extLst>
              <a:ext uri="{FF2B5EF4-FFF2-40B4-BE49-F238E27FC236}">
                <a16:creationId xmlns:a16="http://schemas.microsoft.com/office/drawing/2014/main" id="{8B0B6F77-0AA7-642D-AE13-C4441142C942}"/>
              </a:ext>
            </a:extLst>
          </p:cNvPr>
          <p:cNvCxnSpPr>
            <a:cxnSpLocks/>
          </p:cNvCxnSpPr>
          <p:nvPr/>
        </p:nvCxnSpPr>
        <p:spPr>
          <a:xfrm flipV="1">
            <a:off x="2261708" y="2196967"/>
            <a:ext cx="0" cy="324000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직선 연결선 548">
            <a:extLst>
              <a:ext uri="{FF2B5EF4-FFF2-40B4-BE49-F238E27FC236}">
                <a16:creationId xmlns:a16="http://schemas.microsoft.com/office/drawing/2014/main" id="{96BB6338-B3BA-D9DF-7D39-0503C83479CE}"/>
              </a:ext>
            </a:extLst>
          </p:cNvPr>
          <p:cNvCxnSpPr>
            <a:cxnSpLocks/>
          </p:cNvCxnSpPr>
          <p:nvPr/>
        </p:nvCxnSpPr>
        <p:spPr>
          <a:xfrm flipV="1">
            <a:off x="2852337" y="2092625"/>
            <a:ext cx="0" cy="412467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직선 연결선 581">
            <a:extLst>
              <a:ext uri="{FF2B5EF4-FFF2-40B4-BE49-F238E27FC236}">
                <a16:creationId xmlns:a16="http://schemas.microsoft.com/office/drawing/2014/main" id="{8C26E27A-63D4-A7D4-55CC-FDFA523EC57B}"/>
              </a:ext>
            </a:extLst>
          </p:cNvPr>
          <p:cNvCxnSpPr>
            <a:cxnSpLocks/>
          </p:cNvCxnSpPr>
          <p:nvPr/>
        </p:nvCxnSpPr>
        <p:spPr>
          <a:xfrm flipV="1">
            <a:off x="2807609" y="2092625"/>
            <a:ext cx="0" cy="412467"/>
          </a:xfrm>
          <a:prstGeom prst="line">
            <a:avLst/>
          </a:prstGeom>
          <a:ln w="31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DFD40AF-F4A1-5E80-FF8A-34B90C3CAC20}"/>
              </a:ext>
            </a:extLst>
          </p:cNvPr>
          <p:cNvSpPr/>
          <p:nvPr/>
        </p:nvSpPr>
        <p:spPr>
          <a:xfrm flipV="1">
            <a:off x="2130437" y="2402585"/>
            <a:ext cx="576195" cy="121525"/>
          </a:xfrm>
          <a:prstGeom prst="rect">
            <a:avLst/>
          </a:prstGeom>
          <a:solidFill>
            <a:srgbClr val="F9B85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b="1" baseline="-25000"/>
          </a:p>
        </p:txBody>
      </p:sp>
      <p:grpSp>
        <p:nvGrpSpPr>
          <p:cNvPr id="602" name="그룹 601">
            <a:extLst>
              <a:ext uri="{FF2B5EF4-FFF2-40B4-BE49-F238E27FC236}">
                <a16:creationId xmlns:a16="http://schemas.microsoft.com/office/drawing/2014/main" id="{25232DB7-889A-3A06-F43F-E5A6A3570C2E}"/>
              </a:ext>
            </a:extLst>
          </p:cNvPr>
          <p:cNvGrpSpPr/>
          <p:nvPr/>
        </p:nvGrpSpPr>
        <p:grpSpPr>
          <a:xfrm>
            <a:off x="444954" y="3914309"/>
            <a:ext cx="2931952" cy="1267612"/>
            <a:chOff x="444954" y="3914309"/>
            <a:chExt cx="2931952" cy="1267612"/>
          </a:xfrm>
        </p:grpSpPr>
        <p:sp>
          <p:nvSpPr>
            <p:cNvPr id="276" name="타원 275">
              <a:extLst>
                <a:ext uri="{FF2B5EF4-FFF2-40B4-BE49-F238E27FC236}">
                  <a16:creationId xmlns:a16="http://schemas.microsoft.com/office/drawing/2014/main" id="{8DD8B11A-3628-657D-A200-C7A5981CAA2E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D6BE220E-EFF7-B5AD-AA55-12AFA12A2D80}"/>
                </a:ext>
              </a:extLst>
            </p:cNvPr>
            <p:cNvSpPr txBox="1"/>
            <p:nvPr/>
          </p:nvSpPr>
          <p:spPr>
            <a:xfrm>
              <a:off x="444954" y="3914309"/>
              <a:ext cx="3604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  <a:endParaRPr lang="ko-KR" altLang="en-US" sz="7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6EA85C1C-BCE6-A806-9B72-4BA03ECF4AA3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10D31041-C1B7-2C10-B59C-30CC0DC08E13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9" name="타원 278">
              <a:extLst>
                <a:ext uri="{FF2B5EF4-FFF2-40B4-BE49-F238E27FC236}">
                  <a16:creationId xmlns:a16="http://schemas.microsoft.com/office/drawing/2014/main" id="{369CEBC2-247C-C210-A5C2-C0FB15DAADEB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21A3D865-1926-E1EA-8EC0-5ECCBBB71C3A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E2154164-6EB4-BBC2-83BB-9807BA8A0FAD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47B0BF86-A75A-D967-A3DE-666CC86B0DA2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9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EBF81BA2-5982-C7CB-35FA-BD311442379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9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8589EA8-0247-F490-E19A-1BF214FFBE31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9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9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D0DAF6B8-35C0-2270-9B8A-E2FCB2E73D84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0993BB5-1391-F8E1-F8FD-807A6063E5CC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8D42F718-2BBB-5E53-016F-5F6FACB2A8C3}"/>
                </a:ext>
              </a:extLst>
            </p:cNvPr>
            <p:cNvSpPr txBox="1"/>
            <p:nvPr/>
          </p:nvSpPr>
          <p:spPr>
            <a:xfrm>
              <a:off x="2124311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96FF35B4-D844-C815-986C-3283B9CE694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350DA11A-2C1A-00A0-559F-BDD25ABADD55}"/>
                </a:ext>
              </a:extLst>
            </p:cNvPr>
            <p:cNvSpPr txBox="1"/>
            <p:nvPr/>
          </p:nvSpPr>
          <p:spPr>
            <a:xfrm>
              <a:off x="2375024" y="3967866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98E64D4E-E985-1B5C-69F1-298289E8F7F8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8628BE59-42D0-0D0A-7AE7-E58237A99F7D}"/>
                </a:ext>
              </a:extLst>
            </p:cNvPr>
            <p:cNvSpPr txBox="1"/>
            <p:nvPr/>
          </p:nvSpPr>
          <p:spPr>
            <a:xfrm>
              <a:off x="1688837" y="4368783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1D95085C-622D-D872-4528-AFB638BFE7A8}"/>
                </a:ext>
              </a:extLst>
            </p:cNvPr>
            <p:cNvSpPr txBox="1"/>
            <p:nvPr/>
          </p:nvSpPr>
          <p:spPr>
            <a:xfrm>
              <a:off x="2143363" y="4366710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CD6AB1EC-5A1A-47B0-0349-672876F53776}"/>
                </a:ext>
              </a:extLst>
            </p:cNvPr>
            <p:cNvSpPr txBox="1"/>
            <p:nvPr/>
          </p:nvSpPr>
          <p:spPr>
            <a:xfrm>
              <a:off x="2478696" y="4366710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9DA45D9D-DB55-5B11-1B12-4252CB9D9884}"/>
                </a:ext>
              </a:extLst>
            </p:cNvPr>
            <p:cNvSpPr txBox="1"/>
            <p:nvPr/>
          </p:nvSpPr>
          <p:spPr>
            <a:xfrm>
              <a:off x="2311029" y="4316981"/>
              <a:ext cx="4947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5651BC82-8789-3433-1EB8-D4CF4570327B}"/>
                </a:ext>
              </a:extLst>
            </p:cNvPr>
            <p:cNvSpPr txBox="1"/>
            <p:nvPr/>
          </p:nvSpPr>
          <p:spPr>
            <a:xfrm>
              <a:off x="1556649" y="4397055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FDEE149B-AF80-995F-364C-7B30804AC7FF}"/>
                </a:ext>
              </a:extLst>
            </p:cNvPr>
            <p:cNvSpPr txBox="1"/>
            <p:nvPr/>
          </p:nvSpPr>
          <p:spPr>
            <a:xfrm>
              <a:off x="1989519" y="4397055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61428639-B5CC-A1E6-6E44-E2F3756D6E2B}"/>
                </a:ext>
              </a:extLst>
            </p:cNvPr>
            <p:cNvSpPr txBox="1"/>
            <p:nvPr/>
          </p:nvSpPr>
          <p:spPr>
            <a:xfrm>
              <a:off x="2883383" y="4397055"/>
              <a:ext cx="39829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7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7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타원 326">
              <a:extLst>
                <a:ext uri="{FF2B5EF4-FFF2-40B4-BE49-F238E27FC236}">
                  <a16:creationId xmlns:a16="http://schemas.microsoft.com/office/drawing/2014/main" id="{B181EBE0-6235-0BAD-FFA9-4EE0646CA76B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타원 327">
              <a:extLst>
                <a:ext uri="{FF2B5EF4-FFF2-40B4-BE49-F238E27FC236}">
                  <a16:creationId xmlns:a16="http://schemas.microsoft.com/office/drawing/2014/main" id="{C31A5A68-F7BF-96CF-D861-A345DF9C7DB2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9" name="타원 328">
              <a:extLst>
                <a:ext uri="{FF2B5EF4-FFF2-40B4-BE49-F238E27FC236}">
                  <a16:creationId xmlns:a16="http://schemas.microsoft.com/office/drawing/2014/main" id="{ED6D1C4E-8AA5-90B3-A252-703707B0C324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0" name="타원 329">
              <a:extLst>
                <a:ext uri="{FF2B5EF4-FFF2-40B4-BE49-F238E27FC236}">
                  <a16:creationId xmlns:a16="http://schemas.microsoft.com/office/drawing/2014/main" id="{00BBD9C2-C889-3145-E219-08D367890D39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0307F82A-86E3-931D-DF13-E1E6809399DA}"/>
                </a:ext>
              </a:extLst>
            </p:cNvPr>
            <p:cNvSpPr txBox="1"/>
            <p:nvPr/>
          </p:nvSpPr>
          <p:spPr>
            <a:xfrm rot="19046009">
              <a:off x="1023784" y="4230902"/>
              <a:ext cx="2579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D8F9601B-D021-F693-AB9E-3399E894C53D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7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09685877-1FB1-2AAA-7B52-D06BA18CE6A6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80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800" baseline="30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36BF4E26-0AB0-A0E6-45A8-D3FECD0F0D75}"/>
                </a:ext>
              </a:extLst>
            </p:cNvPr>
            <p:cNvSpPr txBox="1"/>
            <p:nvPr/>
          </p:nvSpPr>
          <p:spPr>
            <a:xfrm>
              <a:off x="2491079" y="4843367"/>
              <a:ext cx="6293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800" baseline="-2500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id="{122CFB43-F7D9-3B17-5B0D-F69694AD368F}"/>
                </a:ext>
              </a:extLst>
            </p:cNvPr>
            <p:cNvSpPr txBox="1"/>
            <p:nvPr/>
          </p:nvSpPr>
          <p:spPr>
            <a:xfrm>
              <a:off x="1690208" y="4920495"/>
              <a:ext cx="8575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800">
                  <a:latin typeface="Arial" panose="020B0604020202020204" pitchFamily="34" charset="0"/>
                  <a:cs typeface="Arial" panose="020B0604020202020204" pitchFamily="34" charset="0"/>
                </a:rPr>
                <a:t>where, i=1-N</a:t>
              </a:r>
              <a:endParaRPr lang="ko-KR" alt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왼쪽 중괄호 599">
              <a:extLst>
                <a:ext uri="{FF2B5EF4-FFF2-40B4-BE49-F238E27FC236}">
                  <a16:creationId xmlns:a16="http://schemas.microsoft.com/office/drawing/2014/main" id="{0B06AF7A-5F21-E240-86AA-5AFE821B185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9BBE540-BF13-CF0B-2A8C-58D0D51BFF84}"/>
              </a:ext>
            </a:extLst>
          </p:cNvPr>
          <p:cNvGrpSpPr/>
          <p:nvPr/>
        </p:nvGrpSpPr>
        <p:grpSpPr>
          <a:xfrm>
            <a:off x="424534" y="1908234"/>
            <a:ext cx="996615" cy="1878162"/>
            <a:chOff x="424534" y="1834037"/>
            <a:chExt cx="996615" cy="187816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01F3636-4174-80B0-043F-2FCE2F5AAA31}"/>
                </a:ext>
              </a:extLst>
            </p:cNvPr>
            <p:cNvGrpSpPr/>
            <p:nvPr/>
          </p:nvGrpSpPr>
          <p:grpSpPr>
            <a:xfrm>
              <a:off x="424534" y="1834037"/>
              <a:ext cx="996615" cy="1740582"/>
              <a:chOff x="424534" y="1834037"/>
              <a:chExt cx="996615" cy="1740582"/>
            </a:xfrm>
          </p:grpSpPr>
          <p:pic>
            <p:nvPicPr>
              <p:cNvPr id="3" name="그림 2" descr="직사각형, 스크린샷, 다채로움, 라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15349AB-6D22-3FA0-F71E-BBA9F08AE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428" t="5993" r="1651" b="26690"/>
              <a:stretch>
                <a:fillRect/>
              </a:stretch>
            </p:blipFill>
            <p:spPr>
              <a:xfrm rot="16200000">
                <a:off x="277617" y="2637021"/>
                <a:ext cx="1252919" cy="622278"/>
              </a:xfrm>
              <a:prstGeom prst="rect">
                <a:avLst/>
              </a:prstGeom>
            </p:spPr>
          </p:pic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D0F780A2-36A6-2D2E-078C-D8A480A1B324}"/>
                  </a:ext>
                </a:extLst>
              </p:cNvPr>
              <p:cNvSpPr txBox="1"/>
              <p:nvPr/>
            </p:nvSpPr>
            <p:spPr>
              <a:xfrm>
                <a:off x="424534" y="1834037"/>
                <a:ext cx="36049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</a:t>
                </a:r>
                <a:endParaRPr lang="ko-KR" altLang="en-US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67" name="직선 연결선 366">
                <a:extLst>
                  <a:ext uri="{FF2B5EF4-FFF2-40B4-BE49-F238E27FC236}">
                    <a16:creationId xmlns:a16="http://schemas.microsoft.com/office/drawing/2014/main" id="{5EE1AD37-D1C0-EF99-596B-E8BC49960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731" y="2053588"/>
                <a:ext cx="0" cy="921734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화살표: 오른쪽으로 구부러짐 367">
                <a:extLst>
                  <a:ext uri="{FF2B5EF4-FFF2-40B4-BE49-F238E27FC236}">
                    <a16:creationId xmlns:a16="http://schemas.microsoft.com/office/drawing/2014/main" id="{F3FCDA9C-A61C-6509-9EFA-85A141987B44}"/>
                  </a:ext>
                </a:extLst>
              </p:cNvPr>
              <p:cNvSpPr/>
              <p:nvPr/>
            </p:nvSpPr>
            <p:spPr>
              <a:xfrm flipH="1">
                <a:off x="557157" y="2071691"/>
                <a:ext cx="95246" cy="88007"/>
              </a:xfrm>
              <a:prstGeom prst="curvedRightArrow">
                <a:avLst>
                  <a:gd name="adj1" fmla="val 23009"/>
                  <a:gd name="adj2" fmla="val 50000"/>
                  <a:gd name="adj3" fmla="val 25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F057011A-587E-0EF3-A6ED-6A1D9EFA9842}"/>
                  </a:ext>
                </a:extLst>
              </p:cNvPr>
              <p:cNvSpPr txBox="1"/>
              <p:nvPr/>
            </p:nvSpPr>
            <p:spPr>
              <a:xfrm>
                <a:off x="591638" y="2001413"/>
                <a:ext cx="709170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ko-KR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70" name="직선 연결선 369">
                <a:extLst>
                  <a:ext uri="{FF2B5EF4-FFF2-40B4-BE49-F238E27FC236}">
                    <a16:creationId xmlns:a16="http://schemas.microsoft.com/office/drawing/2014/main" id="{DE874BF3-ABE9-3A1F-075C-2F16D7AC32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0010" y="2930382"/>
                <a:ext cx="92113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CB668A-DC99-22CA-1C9F-1A44A8FA6713}"/>
                </a:ext>
              </a:extLst>
            </p:cNvPr>
            <p:cNvSpPr txBox="1"/>
            <p:nvPr/>
          </p:nvSpPr>
          <p:spPr>
            <a:xfrm rot="5400000">
              <a:off x="538189" y="3406290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filler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2CD1BE-121D-C9C1-6E5A-734EF365DAB9}"/>
                </a:ext>
              </a:extLst>
            </p:cNvPr>
            <p:cNvSpPr txBox="1"/>
            <p:nvPr/>
          </p:nvSpPr>
          <p:spPr>
            <a:xfrm rot="5400000">
              <a:off x="663221" y="3429126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</a:t>
              </a:r>
              <a:endParaRPr lang="ko-KR" altLang="en-US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803257-969C-10D0-3645-B5D67385FFA6}"/>
                </a:ext>
              </a:extLst>
            </p:cNvPr>
            <p:cNvSpPr txBox="1"/>
            <p:nvPr/>
          </p:nvSpPr>
          <p:spPr>
            <a:xfrm>
              <a:off x="767830" y="3527533"/>
              <a:ext cx="41504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O/N/O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4765F5C1-FA68-6FC6-B915-60453ABF5567}"/>
              </a:ext>
            </a:extLst>
          </p:cNvPr>
          <p:cNvGrpSpPr/>
          <p:nvPr/>
        </p:nvGrpSpPr>
        <p:grpSpPr>
          <a:xfrm>
            <a:off x="1036975" y="2383018"/>
            <a:ext cx="2706350" cy="1633660"/>
            <a:chOff x="1036975" y="2383018"/>
            <a:chExt cx="2706350" cy="1633660"/>
          </a:xfrm>
        </p:grpSpPr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B5669FF4-8FE8-D49A-309F-D19A6356FB50}"/>
                </a:ext>
              </a:extLst>
            </p:cNvPr>
            <p:cNvSpPr txBox="1"/>
            <p:nvPr/>
          </p:nvSpPr>
          <p:spPr>
            <a:xfrm>
              <a:off x="1765101" y="2513031"/>
              <a:ext cx="4072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/>
                <a:t>t</a:t>
              </a:r>
              <a:r>
                <a:rPr lang="en-US" altLang="ko-KR" sz="800" baseline="-25000"/>
                <a:t>TOX</a:t>
              </a:r>
              <a:endParaRPr lang="ko-KR" altLang="en-US" sz="800" baseline="-25000"/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23AE9215-3390-736E-3B2A-0DF99148D69E}"/>
                </a:ext>
              </a:extLst>
            </p:cNvPr>
            <p:cNvCxnSpPr>
              <a:cxnSpLocks/>
            </p:cNvCxnSpPr>
            <p:nvPr/>
          </p:nvCxnSpPr>
          <p:spPr>
            <a:xfrm>
              <a:off x="1820513" y="2695017"/>
              <a:ext cx="305152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화살표 연결선 290">
              <a:extLst>
                <a:ext uri="{FF2B5EF4-FFF2-40B4-BE49-F238E27FC236}">
                  <a16:creationId xmlns:a16="http://schemas.microsoft.com/office/drawing/2014/main" id="{62A9125C-86CA-D44C-8A8D-45A950A35A69}"/>
                </a:ext>
              </a:extLst>
            </p:cNvPr>
            <p:cNvCxnSpPr>
              <a:cxnSpLocks/>
            </p:cNvCxnSpPr>
            <p:nvPr/>
          </p:nvCxnSpPr>
          <p:spPr>
            <a:xfrm>
              <a:off x="2890246" y="2695017"/>
              <a:ext cx="347424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연결선 295">
              <a:extLst>
                <a:ext uri="{FF2B5EF4-FFF2-40B4-BE49-F238E27FC236}">
                  <a16:creationId xmlns:a16="http://schemas.microsoft.com/office/drawing/2014/main" id="{7C914B9B-D90D-89E7-DD21-65FB665DFE9C}"/>
                </a:ext>
              </a:extLst>
            </p:cNvPr>
            <p:cNvCxnSpPr>
              <a:cxnSpLocks/>
            </p:cNvCxnSpPr>
            <p:nvPr/>
          </p:nvCxnSpPr>
          <p:spPr>
            <a:xfrm>
              <a:off x="1815602" y="2505600"/>
              <a:ext cx="0" cy="490013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25614B1E-D924-FF59-2058-CE44C3AB085C}"/>
                </a:ext>
              </a:extLst>
            </p:cNvPr>
            <p:cNvCxnSpPr>
              <a:cxnSpLocks/>
            </p:cNvCxnSpPr>
            <p:nvPr/>
          </p:nvCxnSpPr>
          <p:spPr>
            <a:xfrm>
              <a:off x="3237670" y="2543350"/>
              <a:ext cx="0" cy="490013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D4200685-AE27-08CE-461E-792236B2B752}"/>
                </a:ext>
              </a:extLst>
            </p:cNvPr>
            <p:cNvSpPr txBox="1"/>
            <p:nvPr/>
          </p:nvSpPr>
          <p:spPr>
            <a:xfrm>
              <a:off x="2860309" y="2513031"/>
              <a:ext cx="4072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/>
                <a:t>t</a:t>
              </a:r>
              <a:r>
                <a:rPr lang="en-US" altLang="ko-KR" sz="800" baseline="-25000"/>
                <a:t>BOX</a:t>
              </a:r>
              <a:endParaRPr lang="ko-KR" altLang="en-US" sz="800" baseline="-25000"/>
            </a:p>
          </p:txBody>
        </p: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D67A80BB-2E99-FC41-02B9-16A617789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7549" y="3541573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02602C43-FB43-09F7-BD28-1BEB6E8FA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1101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539F069C-82D8-6B60-A6EB-BDFD9D19A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9294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3BA686A7-CBED-C21F-DF8F-1E0FB81023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7487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E7FE8A5C-7405-C7D8-A2E1-842B02F6D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5681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A39757E9-04D2-2A2B-887E-4824C9160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9748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DFFC7784-EBB0-A292-9F08-EC02DB24B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7200" y="3541573"/>
              <a:ext cx="0" cy="254211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0DA502E0-853D-BDF0-C22C-3F0D34EAC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8592" y="3541573"/>
              <a:ext cx="0" cy="32400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1C924ED3-52C1-9B10-C93E-A832CD3F03F7}"/>
                </a:ext>
              </a:extLst>
            </p:cNvPr>
            <p:cNvCxnSpPr>
              <a:cxnSpLocks/>
            </p:cNvCxnSpPr>
            <p:nvPr/>
          </p:nvCxnSpPr>
          <p:spPr>
            <a:xfrm>
              <a:off x="1337549" y="3795784"/>
              <a:ext cx="20741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0A3913FC-2799-DF40-643E-145B3A1E6088}"/>
                </a:ext>
              </a:extLst>
            </p:cNvPr>
            <p:cNvGrpSpPr/>
            <p:nvPr/>
          </p:nvGrpSpPr>
          <p:grpSpPr>
            <a:xfrm>
              <a:off x="1544962" y="3716850"/>
              <a:ext cx="48725" cy="157867"/>
              <a:chOff x="1663538" y="2271752"/>
              <a:chExt cx="33334" cy="233443"/>
            </a:xfrm>
          </p:grpSpPr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858DDD00-D605-7EFC-46E6-EF72066FD0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5778B8AA-CC7C-8172-0A96-141FBEA276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D0111D35-C58D-DDD8-F39C-49B16F239927}"/>
                </a:ext>
              </a:extLst>
            </p:cNvPr>
            <p:cNvCxnSpPr>
              <a:cxnSpLocks/>
            </p:cNvCxnSpPr>
            <p:nvPr/>
          </p:nvCxnSpPr>
          <p:spPr>
            <a:xfrm>
              <a:off x="1593687" y="3795784"/>
              <a:ext cx="207413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B5FCB9B3-5F28-0904-7DEF-7567524B71CD}"/>
                </a:ext>
              </a:extLst>
            </p:cNvPr>
            <p:cNvGrpSpPr/>
            <p:nvPr/>
          </p:nvGrpSpPr>
          <p:grpSpPr>
            <a:xfrm>
              <a:off x="1871812" y="3717061"/>
              <a:ext cx="48725" cy="157867"/>
              <a:chOff x="1663538" y="2271752"/>
              <a:chExt cx="33334" cy="233443"/>
            </a:xfrm>
          </p:grpSpPr>
          <p:cxnSp>
            <p:nvCxnSpPr>
              <p:cNvPr id="177" name="직선 연결선 176">
                <a:extLst>
                  <a:ext uri="{FF2B5EF4-FFF2-40B4-BE49-F238E27FC236}">
                    <a16:creationId xmlns:a16="http://schemas.microsoft.com/office/drawing/2014/main" id="{362F527A-BC4A-A4E6-3C99-5FB92F0811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7F58D7F2-0566-7828-063D-FC20312258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99E4E3C9-4EC7-8A68-BA8D-035390FE2A42}"/>
                </a:ext>
              </a:extLst>
            </p:cNvPr>
            <p:cNvCxnSpPr>
              <a:cxnSpLocks/>
            </p:cNvCxnSpPr>
            <p:nvPr/>
          </p:nvCxnSpPr>
          <p:spPr>
            <a:xfrm>
              <a:off x="1803055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687F3EF2-B2EA-3585-3079-EF014F25C81A}"/>
                </a:ext>
              </a:extLst>
            </p:cNvPr>
            <p:cNvCxnSpPr>
              <a:cxnSpLocks/>
            </p:cNvCxnSpPr>
            <p:nvPr/>
          </p:nvCxnSpPr>
          <p:spPr>
            <a:xfrm>
              <a:off x="1921755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4A544A87-3205-09C1-F8AE-AEA619BB1D31}"/>
                </a:ext>
              </a:extLst>
            </p:cNvPr>
            <p:cNvGrpSpPr/>
            <p:nvPr/>
          </p:nvGrpSpPr>
          <p:grpSpPr>
            <a:xfrm>
              <a:off x="2060015" y="3717061"/>
              <a:ext cx="48725" cy="157867"/>
              <a:chOff x="1663538" y="2271752"/>
              <a:chExt cx="33334" cy="233443"/>
            </a:xfrm>
          </p:grpSpPr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6A40951E-B7F6-245F-0095-03DA7093DF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>
                <a:extLst>
                  <a:ext uri="{FF2B5EF4-FFF2-40B4-BE49-F238E27FC236}">
                    <a16:creationId xmlns:a16="http://schemas.microsoft.com/office/drawing/2014/main" id="{9AF25614-9FC7-A69E-12FD-804B40816B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0" name="직선 연결선 249">
              <a:extLst>
                <a:ext uri="{FF2B5EF4-FFF2-40B4-BE49-F238E27FC236}">
                  <a16:creationId xmlns:a16="http://schemas.microsoft.com/office/drawing/2014/main" id="{C8866682-3C5D-50B8-F0D4-D9EF27302C7A}"/>
                </a:ext>
              </a:extLst>
            </p:cNvPr>
            <p:cNvCxnSpPr>
              <a:cxnSpLocks/>
            </p:cNvCxnSpPr>
            <p:nvPr/>
          </p:nvCxnSpPr>
          <p:spPr>
            <a:xfrm>
              <a:off x="199125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5E00658A-953C-0160-C206-00DE5ED16770}"/>
                </a:ext>
              </a:extLst>
            </p:cNvPr>
            <p:cNvCxnSpPr>
              <a:cxnSpLocks/>
            </p:cNvCxnSpPr>
            <p:nvPr/>
          </p:nvCxnSpPr>
          <p:spPr>
            <a:xfrm>
              <a:off x="210995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425BA2C3-A01B-4E7E-A412-BF54DB4C1EDB}"/>
                </a:ext>
              </a:extLst>
            </p:cNvPr>
            <p:cNvGrpSpPr/>
            <p:nvPr/>
          </p:nvGrpSpPr>
          <p:grpSpPr>
            <a:xfrm>
              <a:off x="2247889" y="3717061"/>
              <a:ext cx="48725" cy="157867"/>
              <a:chOff x="1663538" y="2271752"/>
              <a:chExt cx="33334" cy="233443"/>
            </a:xfrm>
          </p:grpSpPr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C2CCB0DC-8B46-BF45-4F21-09C19B6D79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5D7A4370-623E-FF90-FDBF-4CC524FDA0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8534D837-797C-8F5C-BEFD-59BC16A62EBC}"/>
                </a:ext>
              </a:extLst>
            </p:cNvPr>
            <p:cNvCxnSpPr>
              <a:cxnSpLocks/>
            </p:cNvCxnSpPr>
            <p:nvPr/>
          </p:nvCxnSpPr>
          <p:spPr>
            <a:xfrm>
              <a:off x="2179133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연결선 255">
              <a:extLst>
                <a:ext uri="{FF2B5EF4-FFF2-40B4-BE49-F238E27FC236}">
                  <a16:creationId xmlns:a16="http://schemas.microsoft.com/office/drawing/2014/main" id="{AC82A5C7-EBE0-2060-48EE-EC76C4F1669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832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9AFD18F3-FEA4-CA0F-FD40-B6CD95EB3938}"/>
                </a:ext>
              </a:extLst>
            </p:cNvPr>
            <p:cNvGrpSpPr/>
            <p:nvPr/>
          </p:nvGrpSpPr>
          <p:grpSpPr>
            <a:xfrm>
              <a:off x="2797823" y="3717061"/>
              <a:ext cx="48725" cy="157867"/>
              <a:chOff x="1663538" y="2271752"/>
              <a:chExt cx="33334" cy="233443"/>
            </a:xfrm>
          </p:grpSpPr>
          <p:cxnSp>
            <p:nvCxnSpPr>
              <p:cNvPr id="258" name="직선 연결선 257">
                <a:extLst>
                  <a:ext uri="{FF2B5EF4-FFF2-40B4-BE49-F238E27FC236}">
                    <a16:creationId xmlns:a16="http://schemas.microsoft.com/office/drawing/2014/main" id="{F0D87BAA-F0D6-61C5-E6DA-BF4F1BBE0A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직선 연결선 258">
                <a:extLst>
                  <a:ext uri="{FF2B5EF4-FFF2-40B4-BE49-F238E27FC236}">
                    <a16:creationId xmlns:a16="http://schemas.microsoft.com/office/drawing/2014/main" id="{774643FC-B05F-6DE7-20ED-E432BDBF48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0" name="직선 연결선 259">
              <a:extLst>
                <a:ext uri="{FF2B5EF4-FFF2-40B4-BE49-F238E27FC236}">
                  <a16:creationId xmlns:a16="http://schemas.microsoft.com/office/drawing/2014/main" id="{9FD70977-9E28-7E45-6745-8D3D990AA4B1}"/>
                </a:ext>
              </a:extLst>
            </p:cNvPr>
            <p:cNvCxnSpPr>
              <a:cxnSpLocks/>
            </p:cNvCxnSpPr>
            <p:nvPr/>
          </p:nvCxnSpPr>
          <p:spPr>
            <a:xfrm>
              <a:off x="2729067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직선 연결선 260">
              <a:extLst>
                <a:ext uri="{FF2B5EF4-FFF2-40B4-BE49-F238E27FC236}">
                  <a16:creationId xmlns:a16="http://schemas.microsoft.com/office/drawing/2014/main" id="{BCA3FA44-42BB-CC4C-D231-5A3E629FB4B0}"/>
                </a:ext>
              </a:extLst>
            </p:cNvPr>
            <p:cNvCxnSpPr>
              <a:cxnSpLocks/>
            </p:cNvCxnSpPr>
            <p:nvPr/>
          </p:nvCxnSpPr>
          <p:spPr>
            <a:xfrm>
              <a:off x="2847766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5D43958B-87C9-AF13-EEF7-2233644EA7E5}"/>
                </a:ext>
              </a:extLst>
            </p:cNvPr>
            <p:cNvCxnSpPr>
              <a:cxnSpLocks/>
            </p:cNvCxnSpPr>
            <p:nvPr/>
          </p:nvCxnSpPr>
          <p:spPr>
            <a:xfrm>
              <a:off x="2914247" y="3795784"/>
              <a:ext cx="23972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6896CF18-8A5A-6738-8E9A-1CBCD8003BAC}"/>
                </a:ext>
              </a:extLst>
            </p:cNvPr>
            <p:cNvGrpSpPr/>
            <p:nvPr/>
          </p:nvGrpSpPr>
          <p:grpSpPr>
            <a:xfrm>
              <a:off x="3148534" y="3716850"/>
              <a:ext cx="48725" cy="157867"/>
              <a:chOff x="1663538" y="2271752"/>
              <a:chExt cx="33334" cy="233443"/>
            </a:xfrm>
          </p:grpSpPr>
          <p:cxnSp>
            <p:nvCxnSpPr>
              <p:cNvPr id="264" name="직선 연결선 263">
                <a:extLst>
                  <a:ext uri="{FF2B5EF4-FFF2-40B4-BE49-F238E27FC236}">
                    <a16:creationId xmlns:a16="http://schemas.microsoft.com/office/drawing/2014/main" id="{7D51F7CB-EA73-CCC4-F8A6-E04C12F4EC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직선 연결선 264">
                <a:extLst>
                  <a:ext uri="{FF2B5EF4-FFF2-40B4-BE49-F238E27FC236}">
                    <a16:creationId xmlns:a16="http://schemas.microsoft.com/office/drawing/2014/main" id="{60DFA192-098F-993E-6771-97A968195E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4F4D09EC-9032-3E8E-4177-1A0DCEFC2693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62" y="3795784"/>
              <a:ext cx="23153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6D2977F-4FCD-5CD6-3D37-75749140FE2C}"/>
                    </a:ext>
                  </a:extLst>
                </p:cNvPr>
                <p:cNvSpPr txBox="1"/>
                <p:nvPr/>
              </p:nvSpPr>
              <p:spPr>
                <a:xfrm>
                  <a:off x="1405166" y="3529889"/>
                  <a:ext cx="343599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6D2977F-4FCD-5CD6-3D37-75749140F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5166" y="3529889"/>
                  <a:ext cx="343599" cy="1799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71B450CB-DEBE-66D1-1FF6-F4B71B3E0EFB}"/>
                    </a:ext>
                  </a:extLst>
                </p:cNvPr>
                <p:cNvSpPr txBox="1"/>
                <p:nvPr/>
              </p:nvSpPr>
              <p:spPr>
                <a:xfrm>
                  <a:off x="1814163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71B450CB-DEBE-66D1-1FF6-F4B71B3E0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4163" y="3529889"/>
                  <a:ext cx="191295" cy="179955"/>
                </a:xfrm>
                <a:prstGeom prst="rect">
                  <a:avLst/>
                </a:prstGeom>
                <a:blipFill>
                  <a:blip r:embed="rId5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979B03C-CE83-5E47-37F8-A94D75DFCDF3}"/>
                    </a:ext>
                  </a:extLst>
                </p:cNvPr>
                <p:cNvSpPr txBox="1"/>
                <p:nvPr/>
              </p:nvSpPr>
              <p:spPr>
                <a:xfrm>
                  <a:off x="2009004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979B03C-CE83-5E47-37F8-A94D75DFC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9004" y="3529889"/>
                  <a:ext cx="191295" cy="179955"/>
                </a:xfrm>
                <a:prstGeom prst="rect">
                  <a:avLst/>
                </a:prstGeom>
                <a:blipFill>
                  <a:blip r:embed="rId6"/>
                  <a:stretch>
                    <a:fillRect l="-32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EB51AC4-52D3-8E0A-7C3D-5338A1592303}"/>
                    </a:ext>
                  </a:extLst>
                </p:cNvPr>
                <p:cNvSpPr txBox="1"/>
                <p:nvPr/>
              </p:nvSpPr>
              <p:spPr>
                <a:xfrm>
                  <a:off x="2196454" y="3529889"/>
                  <a:ext cx="191295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EB51AC4-52D3-8E0A-7C3D-5338A1592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6454" y="3529889"/>
                  <a:ext cx="191295" cy="17995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CF4FB1F2-BC44-FF72-203A-10ED9568662F}"/>
                    </a:ext>
                  </a:extLst>
                </p:cNvPr>
                <p:cNvSpPr txBox="1"/>
                <p:nvPr/>
              </p:nvSpPr>
              <p:spPr>
                <a:xfrm>
                  <a:off x="2736315" y="3529889"/>
                  <a:ext cx="200667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CF4FB1F2-BC44-FF72-203A-10ED95686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6315" y="3529889"/>
                  <a:ext cx="200667" cy="179955"/>
                </a:xfrm>
                <a:prstGeom prst="rect">
                  <a:avLst/>
                </a:prstGeom>
                <a:blipFill>
                  <a:blip r:embed="rId8"/>
                  <a:stretch>
                    <a:fillRect l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D1CD0F79-60FA-B84B-9906-CAD1F9EA9E10}"/>
                    </a:ext>
                  </a:extLst>
                </p:cNvPr>
                <p:cNvSpPr txBox="1"/>
                <p:nvPr/>
              </p:nvSpPr>
              <p:spPr>
                <a:xfrm>
                  <a:off x="3016373" y="3529889"/>
                  <a:ext cx="343599" cy="1799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8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800" b="1"/>
                </a:p>
              </p:txBody>
            </p:sp>
          </mc:Choice>
          <mc:Fallback xmlns="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D1CD0F79-60FA-B84B-9906-CAD1F9EA9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6373" y="3529889"/>
                  <a:ext cx="343599" cy="17995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7" name="직선 연결선 386">
              <a:extLst>
                <a:ext uri="{FF2B5EF4-FFF2-40B4-BE49-F238E27FC236}">
                  <a16:creationId xmlns:a16="http://schemas.microsoft.com/office/drawing/2014/main" id="{C991E36E-97A7-AED4-A89A-9285F71505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7549" y="2998006"/>
              <a:ext cx="465393" cy="538163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직선 연결선 389">
              <a:extLst>
                <a:ext uri="{FF2B5EF4-FFF2-40B4-BE49-F238E27FC236}">
                  <a16:creationId xmlns:a16="http://schemas.microsoft.com/office/drawing/2014/main" id="{04D00524-3752-E0B4-8703-2D743D5364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2942" y="3005139"/>
              <a:ext cx="321133" cy="526266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직선 연결선 440">
              <a:extLst>
                <a:ext uri="{FF2B5EF4-FFF2-40B4-BE49-F238E27FC236}">
                  <a16:creationId xmlns:a16="http://schemas.microsoft.com/office/drawing/2014/main" id="{5DB5B61E-3F92-DB21-E033-AAD0E2121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5318" y="3009900"/>
              <a:ext cx="267346" cy="53103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직선 연결선 442">
              <a:extLst>
                <a:ext uri="{FF2B5EF4-FFF2-40B4-BE49-F238E27FC236}">
                  <a16:creationId xmlns:a16="http://schemas.microsoft.com/office/drawing/2014/main" id="{0467CDCB-4F43-40D8-7834-FA7BDD013B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6741" y="3017043"/>
              <a:ext cx="184281" cy="526267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직선 연결선 444">
              <a:extLst>
                <a:ext uri="{FF2B5EF4-FFF2-40B4-BE49-F238E27FC236}">
                  <a16:creationId xmlns:a16="http://schemas.microsoft.com/office/drawing/2014/main" id="{D7B892EC-7821-A165-A815-A2DD74ADCD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3404" y="2995613"/>
              <a:ext cx="144052" cy="542935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D8FE7AF9-D382-C723-0ECD-31328D60A8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7735" y="3005139"/>
              <a:ext cx="32135" cy="531028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직선 연결선 500">
              <a:extLst>
                <a:ext uri="{FF2B5EF4-FFF2-40B4-BE49-F238E27FC236}">
                  <a16:creationId xmlns:a16="http://schemas.microsoft.com/office/drawing/2014/main" id="{111C8609-A6A5-EFD0-98CA-9CCA80DEE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2908" y="2995613"/>
              <a:ext cx="12945" cy="547698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직선 연결선 502">
              <a:extLst>
                <a:ext uri="{FF2B5EF4-FFF2-40B4-BE49-F238E27FC236}">
                  <a16:creationId xmlns:a16="http://schemas.microsoft.com/office/drawing/2014/main" id="{AA403EFF-F92A-93AE-2840-E4D7C92923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0882" y="3012281"/>
              <a:ext cx="188118" cy="519114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E2BADC0F-0D8F-86A1-DC99-A502776BBCEE}"/>
                </a:ext>
              </a:extLst>
            </p:cNvPr>
            <p:cNvSpPr txBox="1"/>
            <p:nvPr/>
          </p:nvSpPr>
          <p:spPr>
            <a:xfrm>
              <a:off x="1611519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31B0E5D6-95BF-D485-B604-BA339A70F264}"/>
                </a:ext>
              </a:extLst>
            </p:cNvPr>
            <p:cNvSpPr txBox="1"/>
            <p:nvPr/>
          </p:nvSpPr>
          <p:spPr>
            <a:xfrm>
              <a:off x="1802943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985DCA86-1987-EBE5-2604-F54B58722395}"/>
                </a:ext>
              </a:extLst>
            </p:cNvPr>
            <p:cNvSpPr txBox="1"/>
            <p:nvPr/>
          </p:nvSpPr>
          <p:spPr>
            <a:xfrm>
              <a:off x="1994367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C362E45-65A7-E6E9-F239-F7A30774B8E8}"/>
                </a:ext>
              </a:extLst>
            </p:cNvPr>
            <p:cNvSpPr txBox="1"/>
            <p:nvPr/>
          </p:nvSpPr>
          <p:spPr>
            <a:xfrm>
              <a:off x="2185791" y="3816623"/>
              <a:ext cx="3504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330677C6-3615-CB5D-D3D3-D512939DB7A2}"/>
                </a:ext>
              </a:extLst>
            </p:cNvPr>
            <p:cNvSpPr txBox="1"/>
            <p:nvPr/>
          </p:nvSpPr>
          <p:spPr>
            <a:xfrm>
              <a:off x="2450798" y="3816623"/>
              <a:ext cx="45211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D24CAA37-19FB-8226-9462-3414FB0704E4}"/>
                </a:ext>
              </a:extLst>
            </p:cNvPr>
            <p:cNvSpPr txBox="1"/>
            <p:nvPr/>
          </p:nvSpPr>
          <p:spPr>
            <a:xfrm>
              <a:off x="2676853" y="3816623"/>
              <a:ext cx="45211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7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7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타원 528">
              <a:extLst>
                <a:ext uri="{FF2B5EF4-FFF2-40B4-BE49-F238E27FC236}">
                  <a16:creationId xmlns:a16="http://schemas.microsoft.com/office/drawing/2014/main" id="{150189BC-D2B2-F398-4069-4677D0510866}"/>
                </a:ext>
              </a:extLst>
            </p:cNvPr>
            <p:cNvSpPr/>
            <p:nvPr/>
          </p:nvSpPr>
          <p:spPr>
            <a:xfrm>
              <a:off x="1777021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" name="타원 529">
              <a:extLst>
                <a:ext uri="{FF2B5EF4-FFF2-40B4-BE49-F238E27FC236}">
                  <a16:creationId xmlns:a16="http://schemas.microsoft.com/office/drawing/2014/main" id="{9C400FDC-FCA7-6175-E5E4-87ED54B83660}"/>
                </a:ext>
              </a:extLst>
            </p:cNvPr>
            <p:cNvSpPr/>
            <p:nvPr/>
          </p:nvSpPr>
          <p:spPr>
            <a:xfrm>
              <a:off x="1968447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" name="타원 530">
              <a:extLst>
                <a:ext uri="{FF2B5EF4-FFF2-40B4-BE49-F238E27FC236}">
                  <a16:creationId xmlns:a16="http://schemas.microsoft.com/office/drawing/2014/main" id="{A5B8A8C4-3BBC-246F-44C6-C0A4557668FA}"/>
                </a:ext>
              </a:extLst>
            </p:cNvPr>
            <p:cNvSpPr/>
            <p:nvPr/>
          </p:nvSpPr>
          <p:spPr>
            <a:xfrm>
              <a:off x="2150121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" name="타원 531">
              <a:extLst>
                <a:ext uri="{FF2B5EF4-FFF2-40B4-BE49-F238E27FC236}">
                  <a16:creationId xmlns:a16="http://schemas.microsoft.com/office/drawing/2014/main" id="{5C989211-52B7-CC69-B9F2-C30B55CCF789}"/>
                </a:ext>
              </a:extLst>
            </p:cNvPr>
            <p:cNvSpPr/>
            <p:nvPr/>
          </p:nvSpPr>
          <p:spPr>
            <a:xfrm>
              <a:off x="233954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" name="타원 532">
              <a:extLst>
                <a:ext uri="{FF2B5EF4-FFF2-40B4-BE49-F238E27FC236}">
                  <a16:creationId xmlns:a16="http://schemas.microsoft.com/office/drawing/2014/main" id="{791247FB-BC34-B6B2-7B11-183B40396106}"/>
                </a:ext>
              </a:extLst>
            </p:cNvPr>
            <p:cNvSpPr/>
            <p:nvPr/>
          </p:nvSpPr>
          <p:spPr>
            <a:xfrm>
              <a:off x="271075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" name="타원 533">
              <a:extLst>
                <a:ext uri="{FF2B5EF4-FFF2-40B4-BE49-F238E27FC236}">
                  <a16:creationId xmlns:a16="http://schemas.microsoft.com/office/drawing/2014/main" id="{AAA741BF-A0D6-6244-41FC-E760B180F0BD}"/>
                </a:ext>
              </a:extLst>
            </p:cNvPr>
            <p:cNvSpPr/>
            <p:nvPr/>
          </p:nvSpPr>
          <p:spPr>
            <a:xfrm>
              <a:off x="2891366" y="377609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9" name="직선 연결선 538">
              <a:extLst>
                <a:ext uri="{FF2B5EF4-FFF2-40B4-BE49-F238E27FC236}">
                  <a16:creationId xmlns:a16="http://schemas.microsoft.com/office/drawing/2014/main" id="{CF794C72-937C-27DA-AA59-162B2A7BF2B0}"/>
                </a:ext>
              </a:extLst>
            </p:cNvPr>
            <p:cNvCxnSpPr>
              <a:cxnSpLocks/>
            </p:cNvCxnSpPr>
            <p:nvPr/>
          </p:nvCxnSpPr>
          <p:spPr>
            <a:xfrm>
              <a:off x="2645308" y="3795994"/>
              <a:ext cx="7367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직선 연결선 556">
              <a:extLst>
                <a:ext uri="{FF2B5EF4-FFF2-40B4-BE49-F238E27FC236}">
                  <a16:creationId xmlns:a16="http://schemas.microsoft.com/office/drawing/2014/main" id="{1DCA924D-889F-4010-F193-FAD3E95796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72399" y="2529631"/>
              <a:ext cx="83181" cy="466784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직선 연결선 558">
              <a:extLst>
                <a:ext uri="{FF2B5EF4-FFF2-40B4-BE49-F238E27FC236}">
                  <a16:creationId xmlns:a16="http://schemas.microsoft.com/office/drawing/2014/main" id="{1AF49994-950C-FB04-539A-54D2449C46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14970" y="2529631"/>
              <a:ext cx="165852" cy="482650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직선 연결선 561">
              <a:extLst>
                <a:ext uri="{FF2B5EF4-FFF2-40B4-BE49-F238E27FC236}">
                  <a16:creationId xmlns:a16="http://schemas.microsoft.com/office/drawing/2014/main" id="{F25C05D1-DEFC-7D4E-D0EA-31C16302E2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61009" y="2529631"/>
              <a:ext cx="247446" cy="475508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4" name="그룹 583">
              <a:extLst>
                <a:ext uri="{FF2B5EF4-FFF2-40B4-BE49-F238E27FC236}">
                  <a16:creationId xmlns:a16="http://schemas.microsoft.com/office/drawing/2014/main" id="{13BAB7FF-14AF-413C-3453-C51142874F93}"/>
                </a:ext>
              </a:extLst>
            </p:cNvPr>
            <p:cNvGrpSpPr/>
            <p:nvPr/>
          </p:nvGrpSpPr>
          <p:grpSpPr>
            <a:xfrm>
              <a:off x="1100330" y="2383018"/>
              <a:ext cx="2642995" cy="919688"/>
              <a:chOff x="1100330" y="2383018"/>
              <a:chExt cx="2642995" cy="919688"/>
            </a:xfrm>
          </p:grpSpPr>
          <p:grpSp>
            <p:nvGrpSpPr>
              <p:cNvPr id="376" name="그룹 375">
                <a:extLst>
                  <a:ext uri="{FF2B5EF4-FFF2-40B4-BE49-F238E27FC236}">
                    <a16:creationId xmlns:a16="http://schemas.microsoft.com/office/drawing/2014/main" id="{C3BE488E-1CC4-F4DC-7EF2-46DCD19FBD15}"/>
                  </a:ext>
                </a:extLst>
              </p:cNvPr>
              <p:cNvGrpSpPr/>
              <p:nvPr/>
            </p:nvGrpSpPr>
            <p:grpSpPr>
              <a:xfrm>
                <a:off x="1100330" y="2383018"/>
                <a:ext cx="2642995" cy="919688"/>
                <a:chOff x="1100330" y="2445789"/>
                <a:chExt cx="2642995" cy="919688"/>
              </a:xfrm>
            </p:grpSpPr>
            <p:sp>
              <p:nvSpPr>
                <p:cNvPr id="106" name="원호 105">
                  <a:extLst>
                    <a:ext uri="{FF2B5EF4-FFF2-40B4-BE49-F238E27FC236}">
                      <a16:creationId xmlns:a16="http://schemas.microsoft.com/office/drawing/2014/main" id="{16B01734-5DEF-98A7-B0E8-BCA92FECB895}"/>
                    </a:ext>
                  </a:extLst>
                </p:cNvPr>
                <p:cNvSpPr/>
                <p:nvPr/>
              </p:nvSpPr>
              <p:spPr>
                <a:xfrm rot="2677778">
                  <a:off x="1327519" y="2820815"/>
                  <a:ext cx="488029" cy="488029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8" name="원호 107">
                  <a:extLst>
                    <a:ext uri="{FF2B5EF4-FFF2-40B4-BE49-F238E27FC236}">
                      <a16:creationId xmlns:a16="http://schemas.microsoft.com/office/drawing/2014/main" id="{6BE72316-64B4-B955-891D-31D0D7852911}"/>
                    </a:ext>
                  </a:extLst>
                </p:cNvPr>
                <p:cNvSpPr/>
                <p:nvPr/>
              </p:nvSpPr>
              <p:spPr>
                <a:xfrm rot="2677778">
                  <a:off x="1638731" y="2820815"/>
                  <a:ext cx="488029" cy="488029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9" name="원호 108">
                  <a:extLst>
                    <a:ext uri="{FF2B5EF4-FFF2-40B4-BE49-F238E27FC236}">
                      <a16:creationId xmlns:a16="http://schemas.microsoft.com/office/drawing/2014/main" id="{06A32E60-D779-439A-2584-FE9797F2C892}"/>
                    </a:ext>
                  </a:extLst>
                </p:cNvPr>
                <p:cNvSpPr/>
                <p:nvPr/>
              </p:nvSpPr>
              <p:spPr>
                <a:xfrm rot="2677778">
                  <a:off x="2403943" y="2820815"/>
                  <a:ext cx="488029" cy="488029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1" name="원호 110">
                  <a:extLst>
                    <a:ext uri="{FF2B5EF4-FFF2-40B4-BE49-F238E27FC236}">
                      <a16:creationId xmlns:a16="http://schemas.microsoft.com/office/drawing/2014/main" id="{D15A1AFD-69CA-E666-E4C1-DAF8AC10D8DB}"/>
                    </a:ext>
                  </a:extLst>
                </p:cNvPr>
                <p:cNvSpPr/>
                <p:nvPr/>
              </p:nvSpPr>
              <p:spPr>
                <a:xfrm rot="2677778">
                  <a:off x="2749025" y="2820816"/>
                  <a:ext cx="488029" cy="488029"/>
                </a:xfrm>
                <a:prstGeom prst="arc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15" name="직선 연결선 114">
                  <a:extLst>
                    <a:ext uri="{FF2B5EF4-FFF2-40B4-BE49-F238E27FC236}">
                      <a16:creationId xmlns:a16="http://schemas.microsoft.com/office/drawing/2014/main" id="{BB1FB9B4-C128-18AF-A7A2-012790D133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10775" y="3062098"/>
                  <a:ext cx="199030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" name="원호 115">
                  <a:extLst>
                    <a:ext uri="{FF2B5EF4-FFF2-40B4-BE49-F238E27FC236}">
                      <a16:creationId xmlns:a16="http://schemas.microsoft.com/office/drawing/2014/main" id="{4D102B16-0963-803B-140D-246B67B2138F}"/>
                    </a:ext>
                  </a:extLst>
                </p:cNvPr>
                <p:cNvSpPr/>
                <p:nvPr/>
              </p:nvSpPr>
              <p:spPr>
                <a:xfrm rot="2677778">
                  <a:off x="1891259" y="2815519"/>
                  <a:ext cx="488029" cy="488029"/>
                </a:xfrm>
                <a:prstGeom prst="arc">
                  <a:avLst/>
                </a:prstGeom>
                <a:ln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7" name="원호 116">
                  <a:extLst>
                    <a:ext uri="{FF2B5EF4-FFF2-40B4-BE49-F238E27FC236}">
                      <a16:creationId xmlns:a16="http://schemas.microsoft.com/office/drawing/2014/main" id="{E61463C4-7263-165D-92BA-2CF31A39E4A3}"/>
                    </a:ext>
                  </a:extLst>
                </p:cNvPr>
                <p:cNvSpPr/>
                <p:nvPr/>
              </p:nvSpPr>
              <p:spPr>
                <a:xfrm rot="2677778">
                  <a:off x="1764995" y="2815519"/>
                  <a:ext cx="488029" cy="488029"/>
                </a:xfrm>
                <a:prstGeom prst="arc">
                  <a:avLst/>
                </a:prstGeom>
                <a:ln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8" name="원호 117">
                  <a:extLst>
                    <a:ext uri="{FF2B5EF4-FFF2-40B4-BE49-F238E27FC236}">
                      <a16:creationId xmlns:a16="http://schemas.microsoft.com/office/drawing/2014/main" id="{590D0408-594B-AE85-EB8E-132E95346469}"/>
                    </a:ext>
                  </a:extLst>
                </p:cNvPr>
                <p:cNvSpPr/>
                <p:nvPr/>
              </p:nvSpPr>
              <p:spPr>
                <a:xfrm rot="2677778">
                  <a:off x="2017523" y="2815519"/>
                  <a:ext cx="488029" cy="488029"/>
                </a:xfrm>
                <a:prstGeom prst="arc">
                  <a:avLst/>
                </a:prstGeom>
                <a:ln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3" name="원호 122">
                  <a:extLst>
                    <a:ext uri="{FF2B5EF4-FFF2-40B4-BE49-F238E27FC236}">
                      <a16:creationId xmlns:a16="http://schemas.microsoft.com/office/drawing/2014/main" id="{E16EFC02-4A72-9064-F362-CC5CB3A8C761}"/>
                    </a:ext>
                  </a:extLst>
                </p:cNvPr>
                <p:cNvSpPr/>
                <p:nvPr/>
              </p:nvSpPr>
              <p:spPr>
                <a:xfrm rot="2677778">
                  <a:off x="2275848" y="2815519"/>
                  <a:ext cx="488029" cy="488029"/>
                </a:xfrm>
                <a:prstGeom prst="arc">
                  <a:avLst/>
                </a:prstGeom>
                <a:ln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6" name="TextBox 235">
                      <a:extLst>
                        <a:ext uri="{FF2B5EF4-FFF2-40B4-BE49-F238E27FC236}">
                          <a16:creationId xmlns:a16="http://schemas.microsoft.com/office/drawing/2014/main" id="{433868C9-1F95-7970-7843-30B71BD81E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22732" y="2929229"/>
                      <a:ext cx="97783" cy="12028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ko-KR" sz="800" b="1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altLang="ko-KR" sz="800" b="1" baseline="-250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ko-KR" altLang="en-US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36" name="TextBox 235">
                      <a:extLst>
                        <a:ext uri="{FF2B5EF4-FFF2-40B4-BE49-F238E27FC236}">
                          <a16:creationId xmlns:a16="http://schemas.microsoft.com/office/drawing/2014/main" id="{433868C9-1F95-7970-7843-30B71BD81E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22732" y="2929229"/>
                      <a:ext cx="97783" cy="12028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31250" r="-12500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41" name="TextBox 240">
                  <a:extLst>
                    <a:ext uri="{FF2B5EF4-FFF2-40B4-BE49-F238E27FC236}">
                      <a16:creationId xmlns:a16="http://schemas.microsoft.com/office/drawing/2014/main" id="{4EA6AAAD-A574-18EB-7BE1-0D375FCA1C71}"/>
                    </a:ext>
                  </a:extLst>
                </p:cNvPr>
                <p:cNvSpPr txBox="1"/>
                <p:nvPr/>
              </p:nvSpPr>
              <p:spPr>
                <a:xfrm>
                  <a:off x="1100330" y="3057700"/>
                  <a:ext cx="7091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ko-KR" sz="700">
                      <a:latin typeface="Arial" panose="020B0604020202020204" pitchFamily="34" charset="0"/>
                      <a:cs typeface="Arial" panose="020B0604020202020204" pitchFamily="34" charset="0"/>
                    </a:rPr>
                    <a:t>Si - Channel</a:t>
                  </a:r>
                  <a:br>
                    <a:rPr lang="en-US" altLang="ko-KR" sz="700">
                      <a:latin typeface="Arial" panose="020B0604020202020204" pitchFamily="34" charset="0"/>
                      <a:cs typeface="Arial" panose="020B0604020202020204" pitchFamily="34" charset="0"/>
                    </a:rPr>
                  </a:br>
                  <a:r>
                    <a:rPr lang="en-US" altLang="ko-KR" sz="700">
                      <a:latin typeface="Arial" panose="020B0604020202020204" pitchFamily="34" charset="0"/>
                      <a:cs typeface="Arial" panose="020B0604020202020204" pitchFamily="34" charset="0"/>
                    </a:rPr>
                    <a:t>(Ch)</a:t>
                  </a:r>
                  <a:endParaRPr lang="ko-KR" altLang="en-US" sz="7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2" name="TextBox 241">
                  <a:extLst>
                    <a:ext uri="{FF2B5EF4-FFF2-40B4-BE49-F238E27FC236}">
                      <a16:creationId xmlns:a16="http://schemas.microsoft.com/office/drawing/2014/main" id="{ADFA6492-8EC7-611E-E3A4-B264B7B6BE00}"/>
                    </a:ext>
                  </a:extLst>
                </p:cNvPr>
                <p:cNvSpPr txBox="1"/>
                <p:nvPr/>
              </p:nvSpPr>
              <p:spPr>
                <a:xfrm>
                  <a:off x="3196633" y="3050405"/>
                  <a:ext cx="54669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700">
                      <a:latin typeface="Arial" panose="020B0604020202020204" pitchFamily="34" charset="0"/>
                      <a:cs typeface="Arial" panose="020B0604020202020204" pitchFamily="34" charset="0"/>
                    </a:rPr>
                    <a:t>Wordline</a:t>
                  </a:r>
                  <a:br>
                    <a:rPr lang="en-US" altLang="ko-KR" sz="700">
                      <a:latin typeface="Arial" panose="020B0604020202020204" pitchFamily="34" charset="0"/>
                      <a:cs typeface="Arial" panose="020B0604020202020204" pitchFamily="34" charset="0"/>
                    </a:rPr>
                  </a:br>
                  <a:r>
                    <a:rPr lang="en-US" altLang="ko-KR" sz="700">
                      <a:latin typeface="Arial" panose="020B0604020202020204" pitchFamily="34" charset="0"/>
                      <a:cs typeface="Arial" panose="020B0604020202020204" pitchFamily="34" charset="0"/>
                    </a:rPr>
                    <a:t>(WL)</a:t>
                  </a:r>
                  <a:endParaRPr lang="ko-KR" altLang="en-US" sz="7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2" name="TextBox 331">
                      <a:extLst>
                        <a:ext uri="{FF2B5EF4-FFF2-40B4-BE49-F238E27FC236}">
                          <a16:creationId xmlns:a16="http://schemas.microsoft.com/office/drawing/2014/main" id="{88DD9990-4809-8552-9422-931D8CDEDF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53983" y="2929229"/>
                      <a:ext cx="97783" cy="12028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ko-KR" sz="800" b="1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altLang="ko-KR" sz="800" b="1" i="0" baseline="-2500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ko-KR" altLang="en-US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32" name="TextBox 331">
                      <a:extLst>
                        <a:ext uri="{FF2B5EF4-FFF2-40B4-BE49-F238E27FC236}">
                          <a16:creationId xmlns:a16="http://schemas.microsoft.com/office/drawing/2014/main" id="{88DD9990-4809-8552-9422-931D8CDEDF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53983" y="2929229"/>
                      <a:ext cx="97783" cy="12028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5000" r="-12500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3" name="TextBox 332">
                      <a:extLst>
                        <a:ext uri="{FF2B5EF4-FFF2-40B4-BE49-F238E27FC236}">
                          <a16:creationId xmlns:a16="http://schemas.microsoft.com/office/drawing/2014/main" id="{3BAACD08-C421-1A35-E6A6-8B78DECDC8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83639" y="2929229"/>
                      <a:ext cx="97783" cy="12028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ko-KR" sz="800" b="1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altLang="ko-KR" sz="800" b="1" i="0" baseline="-2500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ko-KR" altLang="en-US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33" name="TextBox 332">
                      <a:extLst>
                        <a:ext uri="{FF2B5EF4-FFF2-40B4-BE49-F238E27FC236}">
                          <a16:creationId xmlns:a16="http://schemas.microsoft.com/office/drawing/2014/main" id="{3BAACD08-C421-1A35-E6A6-8B78DECDC8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83639" y="2929229"/>
                      <a:ext cx="97783" cy="12028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31250" r="-12500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4" name="TextBox 333">
                      <a:extLst>
                        <a:ext uri="{FF2B5EF4-FFF2-40B4-BE49-F238E27FC236}">
                          <a16:creationId xmlns:a16="http://schemas.microsoft.com/office/drawing/2014/main" id="{20E39FAB-6FA9-0527-6914-A87BBCE1B7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12793" y="2929229"/>
                      <a:ext cx="97783" cy="12028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ko-KR" sz="800" b="1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en-US" altLang="ko-KR" sz="800" b="1" i="0" baseline="-25000" smtClean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ko-KR" altLang="en-US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34" name="TextBox 333">
                      <a:extLst>
                        <a:ext uri="{FF2B5EF4-FFF2-40B4-BE49-F238E27FC236}">
                          <a16:creationId xmlns:a16="http://schemas.microsoft.com/office/drawing/2014/main" id="{20E39FAB-6FA9-0527-6914-A87BBCE1B76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2793" y="2929229"/>
                      <a:ext cx="97783" cy="12028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31250" r="-12500"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5" name="TextBox 334">
                      <a:extLst>
                        <a:ext uri="{FF2B5EF4-FFF2-40B4-BE49-F238E27FC236}">
                          <a16:creationId xmlns:a16="http://schemas.microsoft.com/office/drawing/2014/main" id="{59CFC7D8-CAB7-4308-96D9-3C64A4C867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80438" y="2929229"/>
                      <a:ext cx="89768" cy="12028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</m:oMath>
                      </a14:m>
                      <a:r>
                        <a:rPr lang="en-US" altLang="ko-KR" sz="800" b="1" baseline="-25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ko-KR" altLang="en-US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35" name="TextBox 334">
                      <a:extLst>
                        <a:ext uri="{FF2B5EF4-FFF2-40B4-BE49-F238E27FC236}">
                          <a16:creationId xmlns:a16="http://schemas.microsoft.com/office/drawing/2014/main" id="{59CFC7D8-CAB7-4308-96D9-3C64A4C867C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80438" y="2929229"/>
                      <a:ext cx="89768" cy="12028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33333" r="-40000" b="-4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6" name="TextBox 335">
                      <a:extLst>
                        <a:ext uri="{FF2B5EF4-FFF2-40B4-BE49-F238E27FC236}">
                          <a16:creationId xmlns:a16="http://schemas.microsoft.com/office/drawing/2014/main" id="{71511585-A780-79D0-0BBE-E9902B914B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85111" y="2929229"/>
                      <a:ext cx="145873" cy="12028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</m:oMath>
                      </a14:m>
                      <a:r>
                        <a:rPr lang="en-US" altLang="ko-KR" sz="800" b="1" baseline="-25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</a:t>
                      </a:r>
                      <a:endParaRPr lang="ko-KR" altLang="en-US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36" name="TextBox 335">
                      <a:extLst>
                        <a:ext uri="{FF2B5EF4-FFF2-40B4-BE49-F238E27FC236}">
                          <a16:creationId xmlns:a16="http://schemas.microsoft.com/office/drawing/2014/main" id="{71511585-A780-79D0-0BBE-E9902B914B7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85111" y="2929229"/>
                      <a:ext cx="145873" cy="12028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20833" r="-29167" b="-4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7" name="TextBox 336">
                      <a:extLst>
                        <a:ext uri="{FF2B5EF4-FFF2-40B4-BE49-F238E27FC236}">
                          <a16:creationId xmlns:a16="http://schemas.microsoft.com/office/drawing/2014/main" id="{E292FC31-0E07-B868-FE78-2F6D3D2D83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62841" y="2924360"/>
                      <a:ext cx="131446" cy="12028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ko-KR" sz="800" b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r</m:t>
                          </m:r>
                        </m:oMath>
                      </a14:m>
                      <a:r>
                        <a:rPr lang="en-US" altLang="ko-KR" sz="800" b="1" baseline="-25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endParaRPr lang="ko-KR" altLang="en-US" sz="800" b="1" baseline="-25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37" name="TextBox 336">
                      <a:extLst>
                        <a:ext uri="{FF2B5EF4-FFF2-40B4-BE49-F238E27FC236}">
                          <a16:creationId xmlns:a16="http://schemas.microsoft.com/office/drawing/2014/main" id="{E292FC31-0E07-B868-FE78-2F6D3D2D832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62841" y="2924360"/>
                      <a:ext cx="131446" cy="12028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23810" r="-38095" b="-4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DA5803B3-CC2E-5430-5100-74DF5A70A8DE}"/>
                    </a:ext>
                  </a:extLst>
                </p:cNvPr>
                <p:cNvSpPr txBox="1"/>
                <p:nvPr/>
              </p:nvSpPr>
              <p:spPr>
                <a:xfrm>
                  <a:off x="1337549" y="2445789"/>
                  <a:ext cx="360492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7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(c)</a:t>
                  </a:r>
                  <a:endParaRPr lang="ko-KR" altLang="en-US" sz="700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69" name="TextBox 568">
                <a:extLst>
                  <a:ext uri="{FF2B5EF4-FFF2-40B4-BE49-F238E27FC236}">
                    <a16:creationId xmlns:a16="http://schemas.microsoft.com/office/drawing/2014/main" id="{B706F012-FF07-5060-D450-1E1B1E1701B5}"/>
                  </a:ext>
                </a:extLst>
              </p:cNvPr>
              <p:cNvSpPr txBox="1"/>
              <p:nvPr/>
            </p:nvSpPr>
            <p:spPr>
              <a:xfrm>
                <a:off x="2373140" y="2758062"/>
                <a:ext cx="4947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>
                    <a:latin typeface="Arial" panose="020B0604020202020204" pitchFamily="34" charset="0"/>
                    <a:cs typeface="Arial" panose="020B0604020202020204" pitchFamily="34" charset="0"/>
                  </a:rPr>
                  <a:t>...</a:t>
                </a:r>
                <a:endParaRPr lang="ko-KR" altLang="en-US" sz="1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579" name="직선 연결선 578">
              <a:extLst>
                <a:ext uri="{FF2B5EF4-FFF2-40B4-BE49-F238E27FC236}">
                  <a16:creationId xmlns:a16="http://schemas.microsoft.com/office/drawing/2014/main" id="{99638A37-D62B-C22F-F916-8B9585B506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2461" y="2500327"/>
              <a:ext cx="92419" cy="499406"/>
            </a:xfrm>
            <a:prstGeom prst="line">
              <a:avLst/>
            </a:prstGeom>
            <a:ln w="3175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A2D9360-9685-71B0-2C06-499149BD78E2}"/>
                </a:ext>
              </a:extLst>
            </p:cNvPr>
            <p:cNvSpPr txBox="1"/>
            <p:nvPr/>
          </p:nvSpPr>
          <p:spPr>
            <a:xfrm rot="5400000">
              <a:off x="961403" y="3370386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WL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F8F0651-08F3-44A4-9D42-DBA1562AEE0F}"/>
                </a:ext>
              </a:extLst>
            </p:cNvPr>
            <p:cNvSpPr txBox="1"/>
            <p:nvPr/>
          </p:nvSpPr>
          <p:spPr>
            <a:xfrm rot="5400000">
              <a:off x="961403" y="2940128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>
                  <a:latin typeface="Arial" panose="020B0604020202020204" pitchFamily="34" charset="0"/>
                  <a:cs typeface="Arial" panose="020B0604020202020204" pitchFamily="34" charset="0"/>
                </a:rPr>
                <a:t>WL</a:t>
              </a:r>
              <a:endParaRPr lang="ko-KR" alt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1CF736D-F546-0177-CE4A-146908196265}"/>
                </a:ext>
              </a:extLst>
            </p:cNvPr>
            <p:cNvSpPr txBox="1"/>
            <p:nvPr/>
          </p:nvSpPr>
          <p:spPr>
            <a:xfrm rot="5400000">
              <a:off x="961403" y="2509871"/>
              <a:ext cx="33580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latin typeface="Arial" panose="020B0604020202020204" pitchFamily="34" charset="0"/>
                  <a:cs typeface="Arial" panose="020B0604020202020204" pitchFamily="34" charset="0"/>
                </a:rPr>
                <a:t>WL</a:t>
              </a:r>
              <a:endParaRPr lang="ko-KR" alt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5D35526-25EF-8F7F-57A8-83E300CEC33A}"/>
              </a:ext>
            </a:extLst>
          </p:cNvPr>
          <p:cNvGrpSpPr/>
          <p:nvPr/>
        </p:nvGrpSpPr>
        <p:grpSpPr>
          <a:xfrm>
            <a:off x="471489" y="5013149"/>
            <a:ext cx="3157536" cy="1113801"/>
            <a:chOff x="471489" y="5013149"/>
            <a:chExt cx="3157536" cy="1113801"/>
          </a:xfrm>
        </p:grpSpPr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C9C19EED-F9DE-8FF8-55E2-86BE953A543F}"/>
                </a:ext>
              </a:extLst>
            </p:cNvPr>
            <p:cNvSpPr txBox="1"/>
            <p:nvPr/>
          </p:nvSpPr>
          <p:spPr>
            <a:xfrm>
              <a:off x="471489" y="5013149"/>
              <a:ext cx="332519" cy="198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  <a:endParaRPr lang="ko-KR" altLang="en-US" sz="7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66" name="개체 65">
              <a:extLst>
                <a:ext uri="{FF2B5EF4-FFF2-40B4-BE49-F238E27FC236}">
                  <a16:creationId xmlns:a16="http://schemas.microsoft.com/office/drawing/2014/main" id="{53425263-3E34-2652-799F-E0AC3F4F1E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3616783"/>
                </p:ext>
              </p:extLst>
            </p:nvPr>
          </p:nvGraphicFramePr>
          <p:xfrm>
            <a:off x="534987" y="5063338"/>
            <a:ext cx="3094038" cy="1063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17" imgW="6788458" imgH="2335684" progId="Origin50.Graph">
                    <p:embed/>
                  </p:oleObj>
                </mc:Choice>
                <mc:Fallback>
                  <p:oleObj name="Graph" r:id="rId17" imgW="6788458" imgH="2335684" progId="Origin50.Graph">
                    <p:embed/>
                    <p:pic>
                      <p:nvPicPr>
                        <p:cNvPr id="50" name="개체 49">
                          <a:extLst>
                            <a:ext uri="{FF2B5EF4-FFF2-40B4-BE49-F238E27FC236}">
                              <a16:creationId xmlns:a16="http://schemas.microsoft.com/office/drawing/2014/main" id="{BF5134FA-4F83-8C5D-770E-7DB26858D7C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34987" y="5063338"/>
                          <a:ext cx="3094038" cy="1063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A2325B-9B44-51DF-304A-DB0DF2126C5A}"/>
                  </a:ext>
                </a:extLst>
              </p:cNvPr>
              <p:cNvSpPr txBox="1"/>
              <p:nvPr/>
            </p:nvSpPr>
            <p:spPr>
              <a:xfrm>
                <a:off x="1219352" y="5592574"/>
                <a:ext cx="1065102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ko-KR" altLang="en-US" sz="7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A2325B-9B44-51DF-304A-DB0DF212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352" y="5592574"/>
                <a:ext cx="1065102" cy="20005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EF9A05-DF28-807E-52E7-393860474F16}"/>
                  </a:ext>
                </a:extLst>
              </p:cNvPr>
              <p:cNvSpPr txBox="1"/>
              <p:nvPr/>
            </p:nvSpPr>
            <p:spPr>
              <a:xfrm>
                <a:off x="2141573" y="5586885"/>
                <a:ext cx="110645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7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7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7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</m:oMath>
                </a14:m>
                <a:r>
                  <a:rPr lang="ko-KR" altLang="en-US" sz="7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EF9A05-DF28-807E-52E7-393860474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573" y="5586885"/>
                <a:ext cx="1106459" cy="20005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곱하기 기호 6">
            <a:extLst>
              <a:ext uri="{FF2B5EF4-FFF2-40B4-BE49-F238E27FC236}">
                <a16:creationId xmlns:a16="http://schemas.microsoft.com/office/drawing/2014/main" id="{6E9F9247-568F-76BC-2660-6EFD3C8BAEA3}"/>
              </a:ext>
            </a:extLst>
          </p:cNvPr>
          <p:cNvSpPr/>
          <p:nvPr/>
        </p:nvSpPr>
        <p:spPr>
          <a:xfrm>
            <a:off x="1939504" y="5550399"/>
            <a:ext cx="108857" cy="108857"/>
          </a:xfrm>
          <a:prstGeom prst="mathMultiply">
            <a:avLst>
              <a:gd name="adj1" fmla="val 63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79F0D7C-4733-8E5B-F0E5-404856AC1543}"/>
              </a:ext>
            </a:extLst>
          </p:cNvPr>
          <p:cNvCxnSpPr>
            <a:cxnSpLocks/>
          </p:cNvCxnSpPr>
          <p:nvPr/>
        </p:nvCxnSpPr>
        <p:spPr>
          <a:xfrm flipH="1">
            <a:off x="1190625" y="5604827"/>
            <a:ext cx="7488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DC054B0-48B8-5D71-AABB-A023CF866E98}"/>
              </a:ext>
            </a:extLst>
          </p:cNvPr>
          <p:cNvCxnSpPr>
            <a:cxnSpLocks/>
          </p:cNvCxnSpPr>
          <p:nvPr/>
        </p:nvCxnSpPr>
        <p:spPr>
          <a:xfrm>
            <a:off x="2048361" y="5604827"/>
            <a:ext cx="1199664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2EF5FDA5-D0D5-4482-17FF-7298970615AE}"/>
              </a:ext>
            </a:extLst>
          </p:cNvPr>
          <p:cNvSpPr txBox="1"/>
          <p:nvPr/>
        </p:nvSpPr>
        <p:spPr>
          <a:xfrm>
            <a:off x="2340788" y="2396555"/>
            <a:ext cx="15549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700" b="1" dirty="0"/>
              <a:t>-</a:t>
            </a:r>
            <a:r>
              <a:rPr lang="en-US" altLang="ko-KR" sz="700" b="1" dirty="0" err="1"/>
              <a:t>qn</a:t>
            </a:r>
            <a:r>
              <a:rPr lang="en-US" altLang="ko-KR" sz="700" b="1" baseline="-25000" dirty="0" err="1"/>
              <a:t>t</a:t>
            </a:r>
            <a:endParaRPr lang="ko-KR" altLang="en-US" sz="700" b="1" baseline="-25000" dirty="0"/>
          </a:p>
        </p:txBody>
      </p:sp>
    </p:spTree>
    <p:extLst>
      <p:ext uri="{BB962C8B-B14F-4D97-AF65-F5344CB8AC3E}">
        <p14:creationId xmlns:p14="http://schemas.microsoft.com/office/powerpoint/2010/main" val="2739602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30A4816D-8366-D19E-BB79-F36BEDFC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</p:spPr>
        <p:txBody>
          <a:bodyPr/>
          <a:lstStyle/>
          <a:p>
            <a:r>
              <a:rPr lang="en-US" altLang="ko-KR" dirty="0"/>
              <a:t>Fig. 2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D2634E-94A8-D896-51C9-F6AD15EA0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56" y="8090602"/>
            <a:ext cx="2045312" cy="1287993"/>
          </a:xfrm>
          <a:prstGeom prst="rect">
            <a:avLst/>
          </a:prstGeom>
        </p:spPr>
      </p:pic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3FD4604-57CA-A9EF-41FA-D20245AC6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657427"/>
              </p:ext>
            </p:extLst>
          </p:nvPr>
        </p:nvGraphicFramePr>
        <p:xfrm>
          <a:off x="4966814" y="3838582"/>
          <a:ext cx="1490637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862">
                  <a:extLst>
                    <a:ext uri="{9D8B030D-6E8A-4147-A177-3AD203B41FA5}">
                      <a16:colId xmlns:a16="http://schemas.microsoft.com/office/drawing/2014/main" val="1036565899"/>
                    </a:ext>
                  </a:extLst>
                </a:gridCol>
                <a:gridCol w="390501">
                  <a:extLst>
                    <a:ext uri="{9D8B030D-6E8A-4147-A177-3AD203B41FA5}">
                      <a16:colId xmlns:a16="http://schemas.microsoft.com/office/drawing/2014/main" val="1832300329"/>
                    </a:ext>
                  </a:extLst>
                </a:gridCol>
                <a:gridCol w="676274">
                  <a:extLst>
                    <a:ext uri="{9D8B030D-6E8A-4147-A177-3AD203B41FA5}">
                      <a16:colId xmlns:a16="http://schemas.microsoft.com/office/drawing/2014/main" val="1373664809"/>
                    </a:ext>
                  </a:extLst>
                </a:gridCol>
              </a:tblGrid>
              <a:tr h="1477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 </a:t>
                      </a:r>
                      <a:r>
                        <a:rPr lang="el-GR" altLang="ko-KR" sz="700" dirty="0"/>
                        <a:t>μ</a:t>
                      </a:r>
                      <a:r>
                        <a:rPr lang="en-US" altLang="ko-KR" sz="700" dirty="0"/>
                        <a:t> [eV]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l-GR" altLang="ko-KR" sz="700" dirty="0"/>
                        <a:t>σ</a:t>
                      </a:r>
                      <a:r>
                        <a:rPr lang="en-US" altLang="ko-KR" sz="700" dirty="0"/>
                        <a:t> [eV]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 err="1"/>
                        <a:t>N</a:t>
                      </a:r>
                      <a:r>
                        <a:rPr lang="en-US" altLang="ko-KR" sz="700" baseline="-25000" dirty="0" err="1"/>
                        <a:t>t</a:t>
                      </a:r>
                      <a:r>
                        <a:rPr lang="en-US" altLang="ko-KR" sz="700" dirty="0"/>
                        <a:t> [cm</a:t>
                      </a:r>
                      <a:r>
                        <a:rPr lang="en-US" altLang="ko-KR" sz="700" baseline="30000" dirty="0"/>
                        <a:t>-3</a:t>
                      </a:r>
                      <a:r>
                        <a:rPr lang="en-US" altLang="ko-KR" sz="700" dirty="0"/>
                        <a:t>]</a:t>
                      </a:r>
                      <a:endParaRPr lang="ko-KR" altLang="en-US"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66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0.84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0.2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1.15 × 10</a:t>
                      </a:r>
                      <a:r>
                        <a:rPr lang="en-US" altLang="ko-KR" sz="600" baseline="30000" dirty="0"/>
                        <a:t>19</a:t>
                      </a:r>
                      <a:endParaRPr lang="ko-KR" altLang="en-US" sz="6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089072"/>
                  </a:ext>
                </a:extLst>
              </a:tr>
              <a:tr h="1364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1.8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</a:t>
                      </a:r>
                      <a:endParaRPr lang="ko-KR" altLang="en-US" sz="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3.5 × 10</a:t>
                      </a:r>
                      <a:r>
                        <a:rPr lang="en-US" altLang="ko-KR" sz="600" baseline="30000" dirty="0"/>
                        <a:t>19</a:t>
                      </a:r>
                      <a:endParaRPr lang="ko-KR" altLang="en-US" sz="600" baseline="3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0317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CB1AD94-6D16-AB48-D166-299515E182A9}"/>
              </a:ext>
            </a:extLst>
          </p:cNvPr>
          <p:cNvSpPr txBox="1"/>
          <p:nvPr/>
        </p:nvSpPr>
        <p:spPr>
          <a:xfrm>
            <a:off x="544132" y="2827561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802A9-74FD-7888-C9ED-71EE57D06572}"/>
              </a:ext>
            </a:extLst>
          </p:cNvPr>
          <p:cNvSpPr txBox="1"/>
          <p:nvPr/>
        </p:nvSpPr>
        <p:spPr>
          <a:xfrm>
            <a:off x="544133" y="4029356"/>
            <a:ext cx="360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ko-KR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1AC33133-8D65-1B94-57AA-17E0ABA7F4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54430"/>
              </p:ext>
            </p:extLst>
          </p:nvPr>
        </p:nvGraphicFramePr>
        <p:xfrm>
          <a:off x="4066228" y="4503961"/>
          <a:ext cx="2737259" cy="1442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4722409" imgH="2488474" progId="Origin50.Graph">
                  <p:embed/>
                </p:oleObj>
              </mc:Choice>
              <mc:Fallback>
                <p:oleObj name="Graph" r:id="rId3" imgW="4722409" imgH="2488474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66228" y="4503961"/>
                        <a:ext cx="2737259" cy="1442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017634A6-0E54-B13E-9486-AE982B6760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745606"/>
              </p:ext>
            </p:extLst>
          </p:nvPr>
        </p:nvGraphicFramePr>
        <p:xfrm>
          <a:off x="604838" y="2888602"/>
          <a:ext cx="2576512" cy="1123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6830479" imgH="2980257" progId="Origin50.Graph">
                  <p:embed/>
                </p:oleObj>
              </mc:Choice>
              <mc:Fallback>
                <p:oleObj name="Graph" r:id="rId5" imgW="6830479" imgH="2980257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4838" y="2888602"/>
                        <a:ext cx="2576512" cy="11238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900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2209</TotalTime>
  <Words>190</Words>
  <Application>Microsoft Office PowerPoint</Application>
  <PresentationFormat>A4 용지(210x297mm)</PresentationFormat>
  <Paragraphs>81</Paragraphs>
  <Slides>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맑은 고딕</vt:lpstr>
      <vt:lpstr>Aptos</vt:lpstr>
      <vt:lpstr>Aptos Display</vt:lpstr>
      <vt:lpstr>Arial</vt:lpstr>
      <vt:lpstr>Calibri</vt:lpstr>
      <vt:lpstr>Cambria Math</vt:lpstr>
      <vt:lpstr>Times New Roman</vt:lpstr>
      <vt:lpstr>Office 테마</vt:lpstr>
      <vt:lpstr>Graph</vt:lpstr>
      <vt:lpstr>Modeling of Attempt-to-Escape Frequency: Tunneling Emission of Trapped Electrons in Tunneling Oxides of 3-D NAND Flash Memory</vt:lpstr>
      <vt:lpstr>Fig. 1</vt:lpstr>
      <vt:lpstr>Fig.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MYUNG JIN</dc:creator>
  <cp:lastModifiedBy>MYUNG JIN</cp:lastModifiedBy>
  <cp:revision>19</cp:revision>
  <dcterms:created xsi:type="dcterms:W3CDTF">2024-12-18T11:05:27Z</dcterms:created>
  <dcterms:modified xsi:type="dcterms:W3CDTF">2026-02-26T14:48:50Z</dcterms:modified>
</cp:coreProperties>
</file>