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5"/>
  </p:notesMasterIdLst>
  <p:sldIdLst>
    <p:sldId id="256" r:id="rId2"/>
    <p:sldId id="294" r:id="rId3"/>
    <p:sldId id="297" r:id="rId4"/>
  </p:sldIdLst>
  <p:sldSz cx="6858000" cy="9906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FD6EF"/>
    <a:srgbClr val="3A19FF"/>
    <a:srgbClr val="907DFF"/>
    <a:srgbClr val="FFFF00"/>
    <a:srgbClr val="FFE38B"/>
    <a:srgbClr val="F9B859"/>
    <a:srgbClr val="166284"/>
    <a:srgbClr val="FFD85B"/>
    <a:srgbClr val="156082"/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7EF9922-BC24-4B77-854D-4ECDA931EC02}" v="40" dt="2025-08-05T04:56:35.79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7DF18680-E054-41AD-8BC1-D1AEF772440D}" styleName="보통 스타일 2 - 강조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200" d="100"/>
          <a:sy n="200" d="100"/>
        </p:scale>
        <p:origin x="2262" y="-17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11" Type="http://schemas.microsoft.com/office/2015/10/relationships/revisionInfo" Target="revisionInfo.xml"/><Relationship Id="rId5" Type="http://schemas.openxmlformats.org/officeDocument/2006/relationships/notesMaster" Target="notesMasters/notesMaster1.xml"/><Relationship Id="rId10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YUNG JIN" userId="89f3fa32ababedc4" providerId="LiveId" clId="{37EF9922-BC24-4B77-854D-4ECDA931EC02}"/>
    <pc:docChg chg="undo redo custSel delSld modSld sldOrd">
      <pc:chgData name="MYUNG JIN" userId="89f3fa32ababedc4" providerId="LiveId" clId="{37EF9922-BC24-4B77-854D-4ECDA931EC02}" dt="2025-08-07T02:29:35.454" v="450" actId="1036"/>
      <pc:docMkLst>
        <pc:docMk/>
      </pc:docMkLst>
      <pc:sldChg chg="addSp modSp mod">
        <pc:chgData name="MYUNG JIN" userId="89f3fa32ababedc4" providerId="LiveId" clId="{37EF9922-BC24-4B77-854D-4ECDA931EC02}" dt="2025-08-05T00:45:29.986" v="405" actId="13926"/>
        <pc:sldMkLst>
          <pc:docMk/>
          <pc:sldMk cId="2932374839" sldId="256"/>
        </pc:sldMkLst>
        <pc:spChg chg="mod">
          <ac:chgData name="MYUNG JIN" userId="89f3fa32ababedc4" providerId="LiveId" clId="{37EF9922-BC24-4B77-854D-4ECDA931EC02}" dt="2025-08-05T00:44:20.772" v="274" actId="20577"/>
          <ac:spMkLst>
            <pc:docMk/>
            <pc:sldMk cId="2932374839" sldId="256"/>
            <ac:spMk id="2" creationId="{882B441C-EB3D-D198-7F1A-AA1B343062F8}"/>
          </ac:spMkLst>
        </pc:spChg>
        <pc:spChg chg="mod">
          <ac:chgData name="MYUNG JIN" userId="89f3fa32ababedc4" providerId="LiveId" clId="{37EF9922-BC24-4B77-854D-4ECDA931EC02}" dt="2025-08-05T00:43:57.071" v="270" actId="2711"/>
          <ac:spMkLst>
            <pc:docMk/>
            <pc:sldMk cId="2932374839" sldId="256"/>
            <ac:spMk id="3" creationId="{A9FBF8F0-9172-93FB-4457-171A7A0741C4}"/>
          </ac:spMkLst>
        </pc:spChg>
        <pc:spChg chg="add mod">
          <ac:chgData name="MYUNG JIN" userId="89f3fa32ababedc4" providerId="LiveId" clId="{37EF9922-BC24-4B77-854D-4ECDA931EC02}" dt="2025-08-05T00:45:29.986" v="405" actId="13926"/>
          <ac:spMkLst>
            <pc:docMk/>
            <pc:sldMk cId="2932374839" sldId="256"/>
            <ac:spMk id="4" creationId="{C3FDCFDF-7BB2-7AC7-2581-D855A1CA53BB}"/>
          </ac:spMkLst>
        </pc:spChg>
      </pc:sldChg>
      <pc:sldChg chg="addSp delSp modSp mod">
        <pc:chgData name="MYUNG JIN" userId="89f3fa32ababedc4" providerId="LiveId" clId="{37EF9922-BC24-4B77-854D-4ECDA931EC02}" dt="2025-08-05T00:34:25.550" v="227" actId="2711"/>
        <pc:sldMkLst>
          <pc:docMk/>
          <pc:sldMk cId="2326360925" sldId="265"/>
        </pc:sldMkLst>
        <pc:spChg chg="mod">
          <ac:chgData name="MYUNG JIN" userId="89f3fa32ababedc4" providerId="LiveId" clId="{37EF9922-BC24-4B77-854D-4ECDA931EC02}" dt="2025-08-05T00:31:24.515" v="208" actId="14100"/>
          <ac:spMkLst>
            <pc:docMk/>
            <pc:sldMk cId="2326360925" sldId="265"/>
            <ac:spMk id="70" creationId="{DEF8799F-E8AA-31DA-EE52-4FF9CADF3110}"/>
          </ac:spMkLst>
        </pc:spChg>
        <pc:spChg chg="mod">
          <ac:chgData name="MYUNG JIN" userId="89f3fa32ababedc4" providerId="LiveId" clId="{37EF9922-BC24-4B77-854D-4ECDA931EC02}" dt="2025-08-05T00:34:25.550" v="227" actId="2711"/>
          <ac:spMkLst>
            <pc:docMk/>
            <pc:sldMk cId="2326360925" sldId="265"/>
            <ac:spMk id="98" creationId="{C9409F09-B3A6-FF31-95BF-C90B06D73C12}"/>
          </ac:spMkLst>
        </pc:spChg>
        <pc:spChg chg="mod">
          <ac:chgData name="MYUNG JIN" userId="89f3fa32ababedc4" providerId="LiveId" clId="{37EF9922-BC24-4B77-854D-4ECDA931EC02}" dt="2025-08-05T00:34:25.550" v="227" actId="2711"/>
          <ac:spMkLst>
            <pc:docMk/>
            <pc:sldMk cId="2326360925" sldId="265"/>
            <ac:spMk id="99" creationId="{6DDE9493-4864-661F-F018-4D43E98F9D1C}"/>
          </ac:spMkLst>
        </pc:spChg>
        <pc:spChg chg="add mod">
          <ac:chgData name="MYUNG JIN" userId="89f3fa32ababedc4" providerId="LiveId" clId="{37EF9922-BC24-4B77-854D-4ECDA931EC02}" dt="2025-07-29T02:07:25.590" v="131" actId="20577"/>
          <ac:spMkLst>
            <pc:docMk/>
            <pc:sldMk cId="2326360925" sldId="265"/>
            <ac:spMk id="133" creationId="{FC077102-357A-D8EA-9AB9-C83486CEDE82}"/>
          </ac:spMkLst>
        </pc:spChg>
        <pc:grpChg chg="mod">
          <ac:chgData name="MYUNG JIN" userId="89f3fa32ababedc4" providerId="LiveId" clId="{37EF9922-BC24-4B77-854D-4ECDA931EC02}" dt="2025-07-29T02:06:52.655" v="95" actId="1076"/>
          <ac:grpSpMkLst>
            <pc:docMk/>
            <pc:sldMk cId="2326360925" sldId="265"/>
            <ac:grpSpMk id="96" creationId="{1B190C8D-F3DE-0557-B2E1-58C6EBFE9BE0}"/>
          </ac:grpSpMkLst>
        </pc:grpChg>
        <pc:grpChg chg="mod">
          <ac:chgData name="MYUNG JIN" userId="89f3fa32ababedc4" providerId="LiveId" clId="{37EF9922-BC24-4B77-854D-4ECDA931EC02}" dt="2025-07-29T02:06:52.655" v="95" actId="1076"/>
          <ac:grpSpMkLst>
            <pc:docMk/>
            <pc:sldMk cId="2326360925" sldId="265"/>
            <ac:grpSpMk id="114" creationId="{C84A1C42-ED9A-20DE-BF33-39EFE5B7E008}"/>
          </ac:grpSpMkLst>
        </pc:grpChg>
      </pc:sldChg>
      <pc:sldChg chg="addSp modSp del">
        <pc:chgData name="MYUNG JIN" userId="89f3fa32ababedc4" providerId="LiveId" clId="{37EF9922-BC24-4B77-854D-4ECDA931EC02}" dt="2025-07-29T02:06:36.848" v="91" actId="47"/>
        <pc:sldMkLst>
          <pc:docMk/>
          <pc:sldMk cId="3068910110" sldId="268"/>
        </pc:sldMkLst>
      </pc:sldChg>
      <pc:sldChg chg="del">
        <pc:chgData name="MYUNG JIN" userId="89f3fa32ababedc4" providerId="LiveId" clId="{37EF9922-BC24-4B77-854D-4ECDA931EC02}" dt="2025-07-29T02:06:14.038" v="82" actId="47"/>
        <pc:sldMkLst>
          <pc:docMk/>
          <pc:sldMk cId="506104518" sldId="269"/>
        </pc:sldMkLst>
      </pc:sldChg>
      <pc:sldChg chg="addSp delSp modSp mod">
        <pc:chgData name="MYUNG JIN" userId="89f3fa32ababedc4" providerId="LiveId" clId="{37EF9922-BC24-4B77-854D-4ECDA931EC02}" dt="2025-08-05T00:34:45.402" v="229" actId="2711"/>
        <pc:sldMkLst>
          <pc:docMk/>
          <pc:sldMk cId="1619062067" sldId="288"/>
        </pc:sldMkLst>
        <pc:spChg chg="mod">
          <ac:chgData name="MYUNG JIN" userId="89f3fa32ababedc4" providerId="LiveId" clId="{37EF9922-BC24-4B77-854D-4ECDA931EC02}" dt="2025-08-05T00:31:44.287" v="209" actId="2711"/>
          <ac:spMkLst>
            <pc:docMk/>
            <pc:sldMk cId="1619062067" sldId="288"/>
            <ac:spMk id="2" creationId="{0C4F58BD-E362-9860-4FA3-5E63A3A45AA3}"/>
          </ac:spMkLst>
        </pc:spChg>
        <pc:spChg chg="mod">
          <ac:chgData name="MYUNG JIN" userId="89f3fa32ababedc4" providerId="LiveId" clId="{37EF9922-BC24-4B77-854D-4ECDA931EC02}" dt="2025-08-05T00:31:44.287" v="209" actId="2711"/>
          <ac:spMkLst>
            <pc:docMk/>
            <pc:sldMk cId="1619062067" sldId="288"/>
            <ac:spMk id="3" creationId="{D9D9A36C-8041-D5B2-1057-53CA0507B4C0}"/>
          </ac:spMkLst>
        </pc:spChg>
        <pc:spChg chg="mod">
          <ac:chgData name="MYUNG JIN" userId="89f3fa32ababedc4" providerId="LiveId" clId="{37EF9922-BC24-4B77-854D-4ECDA931EC02}" dt="2025-08-05T00:31:44.287" v="209" actId="2711"/>
          <ac:spMkLst>
            <pc:docMk/>
            <pc:sldMk cId="1619062067" sldId="288"/>
            <ac:spMk id="4" creationId="{3339E72A-0776-E09B-CB4F-887ED3F5F15F}"/>
          </ac:spMkLst>
        </pc:spChg>
        <pc:spChg chg="mod">
          <ac:chgData name="MYUNG JIN" userId="89f3fa32ababedc4" providerId="LiveId" clId="{37EF9922-BC24-4B77-854D-4ECDA931EC02}" dt="2025-07-29T02:06:41.759" v="92" actId="1076"/>
          <ac:spMkLst>
            <pc:docMk/>
            <pc:sldMk cId="1619062067" sldId="288"/>
            <ac:spMk id="5" creationId="{C9A89DBE-3EE9-F7D4-E74D-AFE5DAA919A5}"/>
          </ac:spMkLst>
        </pc:spChg>
        <pc:spChg chg="mod">
          <ac:chgData name="MYUNG JIN" userId="89f3fa32ababedc4" providerId="LiveId" clId="{37EF9922-BC24-4B77-854D-4ECDA931EC02}" dt="2025-08-05T00:31:44.287" v="209" actId="2711"/>
          <ac:spMkLst>
            <pc:docMk/>
            <pc:sldMk cId="1619062067" sldId="288"/>
            <ac:spMk id="6" creationId="{F2DB12CE-E021-5585-D600-4D534DB2159B}"/>
          </ac:spMkLst>
        </pc:spChg>
        <pc:spChg chg="mod">
          <ac:chgData name="MYUNG JIN" userId="89f3fa32ababedc4" providerId="LiveId" clId="{37EF9922-BC24-4B77-854D-4ECDA931EC02}" dt="2025-08-05T00:31:44.287" v="209" actId="2711"/>
          <ac:spMkLst>
            <pc:docMk/>
            <pc:sldMk cId="1619062067" sldId="288"/>
            <ac:spMk id="7" creationId="{AFDD6999-03A9-D651-8DEE-68A4250A89FF}"/>
          </ac:spMkLst>
        </pc:spChg>
        <pc:spChg chg="mod">
          <ac:chgData name="MYUNG JIN" userId="89f3fa32ababedc4" providerId="LiveId" clId="{37EF9922-BC24-4B77-854D-4ECDA931EC02}" dt="2025-08-05T00:31:44.287" v="209" actId="2711"/>
          <ac:spMkLst>
            <pc:docMk/>
            <pc:sldMk cId="1619062067" sldId="288"/>
            <ac:spMk id="8" creationId="{DA5BB1E5-A10E-A3B0-0FE5-235C0653A86E}"/>
          </ac:spMkLst>
        </pc:spChg>
        <pc:spChg chg="add mod">
          <ac:chgData name="MYUNG JIN" userId="89f3fa32ababedc4" providerId="LiveId" clId="{37EF9922-BC24-4B77-854D-4ECDA931EC02}" dt="2025-07-29T02:07:28.836" v="137" actId="20577"/>
          <ac:spMkLst>
            <pc:docMk/>
            <pc:sldMk cId="1619062067" sldId="288"/>
            <ac:spMk id="10" creationId="{1E6F3A51-27BF-9FE4-04CF-25684EC62077}"/>
          </ac:spMkLst>
        </pc:spChg>
        <pc:spChg chg="mod">
          <ac:chgData name="MYUNG JIN" userId="89f3fa32ababedc4" providerId="LiveId" clId="{37EF9922-BC24-4B77-854D-4ECDA931EC02}" dt="2025-08-05T00:34:45.402" v="229" actId="2711"/>
          <ac:spMkLst>
            <pc:docMk/>
            <pc:sldMk cId="1619062067" sldId="288"/>
            <ac:spMk id="11" creationId="{733D411C-D28C-7EF8-D8C5-3F2B9C6706B5}"/>
          </ac:spMkLst>
        </pc:spChg>
        <pc:spChg chg="mod topLvl">
          <ac:chgData name="MYUNG JIN" userId="89f3fa32ababedc4" providerId="LiveId" clId="{37EF9922-BC24-4B77-854D-4ECDA931EC02}" dt="2025-08-05T00:34:45.402" v="229" actId="2711"/>
          <ac:spMkLst>
            <pc:docMk/>
            <pc:sldMk cId="1619062067" sldId="288"/>
            <ac:spMk id="12" creationId="{22204678-F6E1-F58C-27AB-59F14BD0A1A3}"/>
          </ac:spMkLst>
        </pc:spChg>
        <pc:spChg chg="mod">
          <ac:chgData name="MYUNG JIN" userId="89f3fa32ababedc4" providerId="LiveId" clId="{37EF9922-BC24-4B77-854D-4ECDA931EC02}" dt="2025-08-05T00:32:51.279" v="220" actId="2711"/>
          <ac:spMkLst>
            <pc:docMk/>
            <pc:sldMk cId="1619062067" sldId="288"/>
            <ac:spMk id="13" creationId="{66EF8F24-FFA8-727F-C5EF-EE9F44DDCD25}"/>
          </ac:spMkLst>
        </pc:spChg>
        <pc:spChg chg="mod">
          <ac:chgData name="MYUNG JIN" userId="89f3fa32ababedc4" providerId="LiveId" clId="{37EF9922-BC24-4B77-854D-4ECDA931EC02}" dt="2025-08-05T00:34:38.334" v="228" actId="165"/>
          <ac:spMkLst>
            <pc:docMk/>
            <pc:sldMk cId="1619062067" sldId="288"/>
            <ac:spMk id="14" creationId="{F5635FD5-EB2C-734A-02FA-3F66445397E0}"/>
          </ac:spMkLst>
        </pc:spChg>
        <pc:spChg chg="mod">
          <ac:chgData name="MYUNG JIN" userId="89f3fa32ababedc4" providerId="LiveId" clId="{37EF9922-BC24-4B77-854D-4ECDA931EC02}" dt="2025-08-05T00:34:38.334" v="228" actId="165"/>
          <ac:spMkLst>
            <pc:docMk/>
            <pc:sldMk cId="1619062067" sldId="288"/>
            <ac:spMk id="17" creationId="{C8A2B438-26C9-AFCE-8CCA-CAEAA353883D}"/>
          </ac:spMkLst>
        </pc:spChg>
        <pc:spChg chg="mod">
          <ac:chgData name="MYUNG JIN" userId="89f3fa32ababedc4" providerId="LiveId" clId="{37EF9922-BC24-4B77-854D-4ECDA931EC02}" dt="2025-08-05T00:34:38.334" v="228" actId="165"/>
          <ac:spMkLst>
            <pc:docMk/>
            <pc:sldMk cId="1619062067" sldId="288"/>
            <ac:spMk id="21" creationId="{FF7D6ADD-2BE0-2A08-40D2-236699C2BC9B}"/>
          </ac:spMkLst>
        </pc:spChg>
        <pc:spChg chg="mod">
          <ac:chgData name="MYUNG JIN" userId="89f3fa32ababedc4" providerId="LiveId" clId="{37EF9922-BC24-4B77-854D-4ECDA931EC02}" dt="2025-08-05T00:34:38.334" v="228" actId="165"/>
          <ac:spMkLst>
            <pc:docMk/>
            <pc:sldMk cId="1619062067" sldId="288"/>
            <ac:spMk id="22" creationId="{81C38EBC-A5D1-5963-9E29-CA5304750088}"/>
          </ac:spMkLst>
        </pc:spChg>
        <pc:spChg chg="mod">
          <ac:chgData name="MYUNG JIN" userId="89f3fa32ababedc4" providerId="LiveId" clId="{37EF9922-BC24-4B77-854D-4ECDA931EC02}" dt="2025-08-05T00:32:27.878" v="219" actId="255"/>
          <ac:spMkLst>
            <pc:docMk/>
            <pc:sldMk cId="1619062067" sldId="288"/>
            <ac:spMk id="23" creationId="{F43DF182-9830-B6BF-2D27-75B778752AE6}"/>
          </ac:spMkLst>
        </pc:spChg>
        <pc:spChg chg="mod">
          <ac:chgData name="MYUNG JIN" userId="89f3fa32ababedc4" providerId="LiveId" clId="{37EF9922-BC24-4B77-854D-4ECDA931EC02}" dt="2025-08-05T00:32:27.878" v="219" actId="255"/>
          <ac:spMkLst>
            <pc:docMk/>
            <pc:sldMk cId="1619062067" sldId="288"/>
            <ac:spMk id="24" creationId="{084E02A8-BA2E-3441-BE41-0358514C111C}"/>
          </ac:spMkLst>
        </pc:spChg>
        <pc:spChg chg="mod">
          <ac:chgData name="MYUNG JIN" userId="89f3fa32ababedc4" providerId="LiveId" clId="{37EF9922-BC24-4B77-854D-4ECDA931EC02}" dt="2025-08-05T00:32:27.878" v="219" actId="255"/>
          <ac:spMkLst>
            <pc:docMk/>
            <pc:sldMk cId="1619062067" sldId="288"/>
            <ac:spMk id="25" creationId="{02616005-4C2E-6423-20D1-67C6A9FD293B}"/>
          </ac:spMkLst>
        </pc:spChg>
        <pc:spChg chg="mod">
          <ac:chgData name="MYUNG JIN" userId="89f3fa32ababedc4" providerId="LiveId" clId="{37EF9922-BC24-4B77-854D-4ECDA931EC02}" dt="2025-08-05T00:32:27.878" v="219" actId="255"/>
          <ac:spMkLst>
            <pc:docMk/>
            <pc:sldMk cId="1619062067" sldId="288"/>
            <ac:spMk id="26" creationId="{205E4B5A-0C49-4602-FC7D-9D78E02B643B}"/>
          </ac:spMkLst>
        </pc:spChg>
        <pc:spChg chg="mod">
          <ac:chgData name="MYUNG JIN" userId="89f3fa32ababedc4" providerId="LiveId" clId="{37EF9922-BC24-4B77-854D-4ECDA931EC02}" dt="2025-08-05T00:32:27.878" v="219" actId="255"/>
          <ac:spMkLst>
            <pc:docMk/>
            <pc:sldMk cId="1619062067" sldId="288"/>
            <ac:spMk id="27" creationId="{33930E54-B5C0-7302-E7B4-37DA59F2DB59}"/>
          </ac:spMkLst>
        </pc:spChg>
        <pc:spChg chg="mod">
          <ac:chgData name="MYUNG JIN" userId="89f3fa32ababedc4" providerId="LiveId" clId="{37EF9922-BC24-4B77-854D-4ECDA931EC02}" dt="2025-08-05T00:34:38.334" v="228" actId="165"/>
          <ac:spMkLst>
            <pc:docMk/>
            <pc:sldMk cId="1619062067" sldId="288"/>
            <ac:spMk id="30" creationId="{D9901893-2D2F-89AA-C5B0-E3406B3B682A}"/>
          </ac:spMkLst>
        </pc:spChg>
        <pc:spChg chg="mod">
          <ac:chgData name="MYUNG JIN" userId="89f3fa32ababedc4" providerId="LiveId" clId="{37EF9922-BC24-4B77-854D-4ECDA931EC02}" dt="2025-08-05T00:34:38.334" v="228" actId="165"/>
          <ac:spMkLst>
            <pc:docMk/>
            <pc:sldMk cId="1619062067" sldId="288"/>
            <ac:spMk id="33" creationId="{F2280505-7710-5529-2675-29636BB64701}"/>
          </ac:spMkLst>
        </pc:spChg>
        <pc:spChg chg="mod">
          <ac:chgData name="MYUNG JIN" userId="89f3fa32ababedc4" providerId="LiveId" clId="{37EF9922-BC24-4B77-854D-4ECDA931EC02}" dt="2025-08-05T00:32:51.279" v="220" actId="2711"/>
          <ac:spMkLst>
            <pc:docMk/>
            <pc:sldMk cId="1619062067" sldId="288"/>
            <ac:spMk id="34" creationId="{74AEC3F3-0A80-C05A-2192-FA227BED3EAD}"/>
          </ac:spMkLst>
        </pc:spChg>
        <pc:spChg chg="mod">
          <ac:chgData name="MYUNG JIN" userId="89f3fa32ababedc4" providerId="LiveId" clId="{37EF9922-BC24-4B77-854D-4ECDA931EC02}" dt="2025-08-05T00:34:45.402" v="229" actId="2711"/>
          <ac:spMkLst>
            <pc:docMk/>
            <pc:sldMk cId="1619062067" sldId="288"/>
            <ac:spMk id="36" creationId="{7FE37964-942F-EC4A-678A-D534534C049A}"/>
          </ac:spMkLst>
        </pc:spChg>
        <pc:spChg chg="mod">
          <ac:chgData name="MYUNG JIN" userId="89f3fa32ababedc4" providerId="LiveId" clId="{37EF9922-BC24-4B77-854D-4ECDA931EC02}" dt="2025-08-05T00:34:38.334" v="228" actId="165"/>
          <ac:spMkLst>
            <pc:docMk/>
            <pc:sldMk cId="1619062067" sldId="288"/>
            <ac:spMk id="37" creationId="{D9CF30FB-5529-DF2B-BE70-9A87978BD032}"/>
          </ac:spMkLst>
        </pc:spChg>
        <pc:spChg chg="mod">
          <ac:chgData name="MYUNG JIN" userId="89f3fa32ababedc4" providerId="LiveId" clId="{37EF9922-BC24-4B77-854D-4ECDA931EC02}" dt="2025-08-05T00:34:45.402" v="229" actId="2711"/>
          <ac:spMkLst>
            <pc:docMk/>
            <pc:sldMk cId="1619062067" sldId="288"/>
            <ac:spMk id="38" creationId="{CEDDEE09-CCA7-03D6-AB8C-4FC17CDED6B7}"/>
          </ac:spMkLst>
        </pc:spChg>
        <pc:spChg chg="mod">
          <ac:chgData name="MYUNG JIN" userId="89f3fa32ababedc4" providerId="LiveId" clId="{37EF9922-BC24-4B77-854D-4ECDA931EC02}" dt="2025-08-05T00:34:38.334" v="228" actId="165"/>
          <ac:spMkLst>
            <pc:docMk/>
            <pc:sldMk cId="1619062067" sldId="288"/>
            <ac:spMk id="48" creationId="{5E423FC4-54A7-BB57-A22A-A63C025A3051}"/>
          </ac:spMkLst>
        </pc:spChg>
        <pc:spChg chg="mod">
          <ac:chgData name="MYUNG JIN" userId="89f3fa32ababedc4" providerId="LiveId" clId="{37EF9922-BC24-4B77-854D-4ECDA931EC02}" dt="2025-07-29T02:06:41.759" v="92" actId="1076"/>
          <ac:spMkLst>
            <pc:docMk/>
            <pc:sldMk cId="1619062067" sldId="288"/>
            <ac:spMk id="55" creationId="{C7255DE4-C857-4E7A-8C00-92830F51A8EF}"/>
          </ac:spMkLst>
        </pc:spChg>
        <pc:spChg chg="mod">
          <ac:chgData name="MYUNG JIN" userId="89f3fa32ababedc4" providerId="LiveId" clId="{37EF9922-BC24-4B77-854D-4ECDA931EC02}" dt="2025-08-05T00:34:38.334" v="228" actId="165"/>
          <ac:spMkLst>
            <pc:docMk/>
            <pc:sldMk cId="1619062067" sldId="288"/>
            <ac:spMk id="56" creationId="{031B4490-C6FD-5A47-1985-7AB0CD9BFDC7}"/>
          </ac:spMkLst>
        </pc:spChg>
        <pc:spChg chg="mod">
          <ac:chgData name="MYUNG JIN" userId="89f3fa32ababedc4" providerId="LiveId" clId="{37EF9922-BC24-4B77-854D-4ECDA931EC02}" dt="2025-08-05T00:31:44.287" v="209" actId="2711"/>
          <ac:spMkLst>
            <pc:docMk/>
            <pc:sldMk cId="1619062067" sldId="288"/>
            <ac:spMk id="149" creationId="{B710B5F0-87C9-6F6F-E7D7-F3396442FF33}"/>
          </ac:spMkLst>
        </pc:spChg>
      </pc:sldChg>
      <pc:sldChg chg="addSp delSp modSp mod ord">
        <pc:chgData name="MYUNG JIN" userId="89f3fa32ababedc4" providerId="LiveId" clId="{37EF9922-BC24-4B77-854D-4ECDA931EC02}" dt="2025-08-07T02:29:35.454" v="450" actId="1036"/>
        <pc:sldMkLst>
          <pc:docMk/>
          <pc:sldMk cId="2121830367" sldId="293"/>
        </pc:sldMkLst>
        <pc:spChg chg="add mod">
          <ac:chgData name="MYUNG JIN" userId="89f3fa32ababedc4" providerId="LiveId" clId="{37EF9922-BC24-4B77-854D-4ECDA931EC02}" dt="2025-07-29T02:07:42.866" v="152" actId="20577"/>
          <ac:spMkLst>
            <pc:docMk/>
            <pc:sldMk cId="2121830367" sldId="293"/>
            <ac:spMk id="2" creationId="{30F5E8B0-E252-26C1-A50E-EDDED11AC545}"/>
          </ac:spMkLst>
        </pc:spChg>
        <pc:spChg chg="mod">
          <ac:chgData name="MYUNG JIN" userId="89f3fa32ababedc4" providerId="LiveId" clId="{37EF9922-BC24-4B77-854D-4ECDA931EC02}" dt="2025-08-05T00:35:45.941" v="236" actId="2711"/>
          <ac:spMkLst>
            <pc:docMk/>
            <pc:sldMk cId="2121830367" sldId="293"/>
            <ac:spMk id="6" creationId="{359F4527-1B17-B3A5-91F0-547B1564E875}"/>
          </ac:spMkLst>
        </pc:spChg>
        <pc:spChg chg="mod topLvl">
          <ac:chgData name="MYUNG JIN" userId="89f3fa32ababedc4" providerId="LiveId" clId="{37EF9922-BC24-4B77-854D-4ECDA931EC02}" dt="2025-08-05T00:35:49.110" v="237" actId="2711"/>
          <ac:spMkLst>
            <pc:docMk/>
            <pc:sldMk cId="2121830367" sldId="293"/>
            <ac:spMk id="7" creationId="{C30E3A0E-F558-B091-6BF5-E93435296C8A}"/>
          </ac:spMkLst>
        </pc:spChg>
        <pc:spChg chg="mod topLvl">
          <ac:chgData name="MYUNG JIN" userId="89f3fa32ababedc4" providerId="LiveId" clId="{37EF9922-BC24-4B77-854D-4ECDA931EC02}" dt="2025-08-05T00:35:55.002" v="238" actId="165"/>
          <ac:spMkLst>
            <pc:docMk/>
            <pc:sldMk cId="2121830367" sldId="293"/>
            <ac:spMk id="42" creationId="{797B9913-ED3F-7DD2-1489-29FB57C7A5AB}"/>
          </ac:spMkLst>
        </pc:spChg>
        <pc:spChg chg="mod topLvl">
          <ac:chgData name="MYUNG JIN" userId="89f3fa32ababedc4" providerId="LiveId" clId="{37EF9922-BC24-4B77-854D-4ECDA931EC02}" dt="2025-08-05T00:35:55.002" v="238" actId="165"/>
          <ac:spMkLst>
            <pc:docMk/>
            <pc:sldMk cId="2121830367" sldId="293"/>
            <ac:spMk id="43" creationId="{500119C2-6821-A7E5-7535-192DBD173465}"/>
          </ac:spMkLst>
        </pc:spChg>
        <pc:spChg chg="mod topLvl">
          <ac:chgData name="MYUNG JIN" userId="89f3fa32ababedc4" providerId="LiveId" clId="{37EF9922-BC24-4B77-854D-4ECDA931EC02}" dt="2025-08-05T00:35:55.002" v="238" actId="165"/>
          <ac:spMkLst>
            <pc:docMk/>
            <pc:sldMk cId="2121830367" sldId="293"/>
            <ac:spMk id="44" creationId="{2A17DABB-63E0-903E-7BE8-5369FAD721E9}"/>
          </ac:spMkLst>
        </pc:spChg>
        <pc:spChg chg="mod">
          <ac:chgData name="MYUNG JIN" userId="89f3fa32ababedc4" providerId="LiveId" clId="{37EF9922-BC24-4B77-854D-4ECDA931EC02}" dt="2025-08-05T00:35:18.762" v="231" actId="2711"/>
          <ac:spMkLst>
            <pc:docMk/>
            <pc:sldMk cId="2121830367" sldId="293"/>
            <ac:spMk id="45" creationId="{D872A85C-68E5-B4F8-D9B9-21E9B9948F79}"/>
          </ac:spMkLst>
        </pc:spChg>
        <pc:spChg chg="mod topLvl">
          <ac:chgData name="MYUNG JIN" userId="89f3fa32ababedc4" providerId="LiveId" clId="{37EF9922-BC24-4B77-854D-4ECDA931EC02}" dt="2025-08-05T00:35:55.002" v="238" actId="165"/>
          <ac:spMkLst>
            <pc:docMk/>
            <pc:sldMk cId="2121830367" sldId="293"/>
            <ac:spMk id="49" creationId="{69E98317-3A1F-CACE-74BA-E80FABA85B70}"/>
          </ac:spMkLst>
        </pc:spChg>
        <pc:spChg chg="mod topLvl">
          <ac:chgData name="MYUNG JIN" userId="89f3fa32ababedc4" providerId="LiveId" clId="{37EF9922-BC24-4B77-854D-4ECDA931EC02}" dt="2025-08-05T00:35:55.002" v="238" actId="165"/>
          <ac:spMkLst>
            <pc:docMk/>
            <pc:sldMk cId="2121830367" sldId="293"/>
            <ac:spMk id="51" creationId="{87E9FB34-A745-6179-21F8-0885805BDADD}"/>
          </ac:spMkLst>
        </pc:spChg>
        <pc:spChg chg="mod topLvl">
          <ac:chgData name="MYUNG JIN" userId="89f3fa32ababedc4" providerId="LiveId" clId="{37EF9922-BC24-4B77-854D-4ECDA931EC02}" dt="2025-08-05T00:35:55.002" v="238" actId="165"/>
          <ac:spMkLst>
            <pc:docMk/>
            <pc:sldMk cId="2121830367" sldId="293"/>
            <ac:spMk id="54" creationId="{538E23CF-743D-14E5-1F23-1388A3BBA813}"/>
          </ac:spMkLst>
        </pc:spChg>
        <pc:spChg chg="mod topLvl">
          <ac:chgData name="MYUNG JIN" userId="89f3fa32ababedc4" providerId="LiveId" clId="{37EF9922-BC24-4B77-854D-4ECDA931EC02}" dt="2025-08-05T00:36:49.961" v="246" actId="1037"/>
          <ac:spMkLst>
            <pc:docMk/>
            <pc:sldMk cId="2121830367" sldId="293"/>
            <ac:spMk id="55" creationId="{A290A816-EA0F-E437-1284-CA78856B7EA8}"/>
          </ac:spMkLst>
        </pc:spChg>
        <pc:spChg chg="mod">
          <ac:chgData name="MYUNG JIN" userId="89f3fa32ababedc4" providerId="LiveId" clId="{37EF9922-BC24-4B77-854D-4ECDA931EC02}" dt="2025-08-07T02:29:28.879" v="446" actId="1035"/>
          <ac:spMkLst>
            <pc:docMk/>
            <pc:sldMk cId="2121830367" sldId="293"/>
            <ac:spMk id="199" creationId="{99C0969F-A69A-2A5C-B91D-F85909E29B63}"/>
          </ac:spMkLst>
        </pc:spChg>
        <pc:spChg chg="mod topLvl">
          <ac:chgData name="MYUNG JIN" userId="89f3fa32ababedc4" providerId="LiveId" clId="{37EF9922-BC24-4B77-854D-4ECDA931EC02}" dt="2025-08-07T02:29:35.454" v="450" actId="1036"/>
          <ac:spMkLst>
            <pc:docMk/>
            <pc:sldMk cId="2121830367" sldId="293"/>
            <ac:spMk id="200" creationId="{698D95AB-C81A-DF60-E667-F71B07D92047}"/>
          </ac:spMkLst>
        </pc:spChg>
        <pc:spChg chg="mod topLvl">
          <ac:chgData name="MYUNG JIN" userId="89f3fa32ababedc4" providerId="LiveId" clId="{37EF9922-BC24-4B77-854D-4ECDA931EC02}" dt="2025-08-05T00:35:55.002" v="238" actId="165"/>
          <ac:spMkLst>
            <pc:docMk/>
            <pc:sldMk cId="2121830367" sldId="293"/>
            <ac:spMk id="204" creationId="{03337A3F-6717-397D-A38D-CAE2B3754245}"/>
          </ac:spMkLst>
        </pc:spChg>
        <pc:spChg chg="mod topLvl">
          <ac:chgData name="MYUNG JIN" userId="89f3fa32ababedc4" providerId="LiveId" clId="{37EF9922-BC24-4B77-854D-4ECDA931EC02}" dt="2025-08-05T00:35:55.002" v="238" actId="165"/>
          <ac:spMkLst>
            <pc:docMk/>
            <pc:sldMk cId="2121830367" sldId="293"/>
            <ac:spMk id="208" creationId="{D889EECC-43B0-D1E5-2579-58F6B1219EA3}"/>
          </ac:spMkLst>
        </pc:spChg>
        <pc:graphicFrameChg chg="ord">
          <ac:chgData name="MYUNG JIN" userId="89f3fa32ababedc4" providerId="LiveId" clId="{37EF9922-BC24-4B77-854D-4ECDA931EC02}" dt="2025-08-05T00:36:37.395" v="240" actId="167"/>
          <ac:graphicFrameMkLst>
            <pc:docMk/>
            <pc:sldMk cId="2121830367" sldId="293"/>
            <ac:graphicFrameMk id="40" creationId="{B82BFF56-A925-DA85-07B6-9932B4911FA6}"/>
          </ac:graphicFrameMkLst>
        </pc:graphicFrameChg>
        <pc:graphicFrameChg chg="ord">
          <ac:chgData name="MYUNG JIN" userId="89f3fa32ababedc4" providerId="LiveId" clId="{37EF9922-BC24-4B77-854D-4ECDA931EC02}" dt="2025-08-05T00:36:12.274" v="239" actId="167"/>
          <ac:graphicFrameMkLst>
            <pc:docMk/>
            <pc:sldMk cId="2121830367" sldId="293"/>
            <ac:graphicFrameMk id="59" creationId="{AAA9C498-6D1C-7684-C5AD-8C0784B709E5}"/>
          </ac:graphicFrameMkLst>
        </pc:graphicFrameChg>
        <pc:graphicFrameChg chg="mod modGraphic">
          <ac:chgData name="MYUNG JIN" userId="89f3fa32ababedc4" providerId="LiveId" clId="{37EF9922-BC24-4B77-854D-4ECDA931EC02}" dt="2025-08-05T00:33:28.857" v="222" actId="2711"/>
          <ac:graphicFrameMkLst>
            <pc:docMk/>
            <pc:sldMk cId="2121830367" sldId="293"/>
            <ac:graphicFrameMk id="224" creationId="{3F1C6EA0-F3D2-35F4-7176-B5094E96E1D5}"/>
          </ac:graphicFrameMkLst>
        </pc:graphicFrameChg>
      </pc:sldChg>
      <pc:sldChg chg="addSp modSp mod">
        <pc:chgData name="MYUNG JIN" userId="89f3fa32ababedc4" providerId="LiveId" clId="{37EF9922-BC24-4B77-854D-4ECDA931EC02}" dt="2025-08-05T00:34:05.281" v="225" actId="2711"/>
        <pc:sldMkLst>
          <pc:docMk/>
          <pc:sldMk cId="2739602740" sldId="294"/>
        </pc:sldMkLst>
        <pc:spChg chg="add mod ord">
          <ac:chgData name="MYUNG JIN" userId="89f3fa32ababedc4" providerId="LiveId" clId="{37EF9922-BC24-4B77-854D-4ECDA931EC02}" dt="2025-07-29T02:07:11.015" v="107" actId="167"/>
          <ac:spMkLst>
            <pc:docMk/>
            <pc:sldMk cId="2739602740" sldId="294"/>
            <ac:spMk id="5" creationId="{F953CD45-F358-AAAB-F74B-4F63C66E94C8}"/>
          </ac:spMkLst>
        </pc:spChg>
        <pc:spChg chg="mod">
          <ac:chgData name="MYUNG JIN" userId="89f3fa32ababedc4" providerId="LiveId" clId="{37EF9922-BC24-4B77-854D-4ECDA931EC02}" dt="2025-08-05T00:27:56.581" v="189" actId="2711"/>
          <ac:spMkLst>
            <pc:docMk/>
            <pc:sldMk cId="2739602740" sldId="294"/>
            <ac:spMk id="30" creationId="{F6E04971-3B8F-98BB-3D30-A447776FCD31}"/>
          </ac:spMkLst>
        </pc:spChg>
        <pc:spChg chg="mod">
          <ac:chgData name="MYUNG JIN" userId="89f3fa32ababedc4" providerId="LiveId" clId="{37EF9922-BC24-4B77-854D-4ECDA931EC02}" dt="2025-08-05T00:27:39.465" v="186" actId="2711"/>
          <ac:spMkLst>
            <pc:docMk/>
            <pc:sldMk cId="2739602740" sldId="294"/>
            <ac:spMk id="40" creationId="{C7B482BB-B5F9-CDB0-2B9B-104215EC1C02}"/>
          </ac:spMkLst>
        </pc:spChg>
        <pc:spChg chg="mod">
          <ac:chgData name="MYUNG JIN" userId="89f3fa32ababedc4" providerId="LiveId" clId="{37EF9922-BC24-4B77-854D-4ECDA931EC02}" dt="2025-08-05T00:28:01" v="190" actId="14100"/>
          <ac:spMkLst>
            <pc:docMk/>
            <pc:sldMk cId="2739602740" sldId="294"/>
            <ac:spMk id="55" creationId="{FED79CC0-DFBF-B36A-9C04-89684982AEAC}"/>
          </ac:spMkLst>
        </pc:spChg>
        <pc:spChg chg="mod">
          <ac:chgData name="MYUNG JIN" userId="89f3fa32ababedc4" providerId="LiveId" clId="{37EF9922-BC24-4B77-854D-4ECDA931EC02}" dt="2025-08-05T00:27:18.003" v="185" actId="14100"/>
          <ac:spMkLst>
            <pc:docMk/>
            <pc:sldMk cId="2739602740" sldId="294"/>
            <ac:spMk id="64" creationId="{87C0E853-A046-CF95-BE9B-40F433735F9C}"/>
          </ac:spMkLst>
        </pc:spChg>
        <pc:spChg chg="mod">
          <ac:chgData name="MYUNG JIN" userId="89f3fa32ababedc4" providerId="LiveId" clId="{37EF9922-BC24-4B77-854D-4ECDA931EC02}" dt="2025-08-05T00:28:19.646" v="191" actId="2711"/>
          <ac:spMkLst>
            <pc:docMk/>
            <pc:sldMk cId="2739602740" sldId="294"/>
            <ac:spMk id="96" creationId="{0CF8E02F-DCCD-0760-13A5-E316BDDFF15A}"/>
          </ac:spMkLst>
        </pc:spChg>
        <pc:spChg chg="mod">
          <ac:chgData name="MYUNG JIN" userId="89f3fa32ababedc4" providerId="LiveId" clId="{37EF9922-BC24-4B77-854D-4ECDA931EC02}" dt="2025-08-05T00:28:19.646" v="191" actId="2711"/>
          <ac:spMkLst>
            <pc:docMk/>
            <pc:sldMk cId="2739602740" sldId="294"/>
            <ac:spMk id="98" creationId="{631D7FAF-5326-11EC-6C5D-5001EA0C9CE6}"/>
          </ac:spMkLst>
        </pc:spChg>
        <pc:spChg chg="mod">
          <ac:chgData name="MYUNG JIN" userId="89f3fa32ababedc4" providerId="LiveId" clId="{37EF9922-BC24-4B77-854D-4ECDA931EC02}" dt="2025-08-05T00:28:19.646" v="191" actId="2711"/>
          <ac:spMkLst>
            <pc:docMk/>
            <pc:sldMk cId="2739602740" sldId="294"/>
            <ac:spMk id="104" creationId="{EA8A22DA-4317-75C8-8C30-7A39EB88B413}"/>
          </ac:spMkLst>
        </pc:spChg>
        <pc:spChg chg="mod">
          <ac:chgData name="MYUNG JIN" userId="89f3fa32ababedc4" providerId="LiveId" clId="{37EF9922-BC24-4B77-854D-4ECDA931EC02}" dt="2025-08-05T00:28:19.646" v="191" actId="2711"/>
          <ac:spMkLst>
            <pc:docMk/>
            <pc:sldMk cId="2739602740" sldId="294"/>
            <ac:spMk id="105" creationId="{17BA5A82-7146-D1E6-AB93-E5F15F7DB017}"/>
          </ac:spMkLst>
        </pc:spChg>
        <pc:spChg chg="mod">
          <ac:chgData name="MYUNG JIN" userId="89f3fa32ababedc4" providerId="LiveId" clId="{37EF9922-BC24-4B77-854D-4ECDA931EC02}" dt="2025-08-05T00:34:05.281" v="225" actId="2711"/>
          <ac:spMkLst>
            <pc:docMk/>
            <pc:sldMk cId="2739602740" sldId="294"/>
            <ac:spMk id="113" creationId="{2B52AD70-B9D6-05E0-19DF-BECAD112591F}"/>
          </ac:spMkLst>
        </pc:spChg>
        <pc:spChg chg="mod">
          <ac:chgData name="MYUNG JIN" userId="89f3fa32ababedc4" providerId="LiveId" clId="{37EF9922-BC24-4B77-854D-4ECDA931EC02}" dt="2025-08-05T00:27:56.581" v="189" actId="2711"/>
          <ac:spMkLst>
            <pc:docMk/>
            <pc:sldMk cId="2739602740" sldId="294"/>
            <ac:spMk id="122" creationId="{6948162F-4AAD-F330-989C-DDE4ADCB7490}"/>
          </ac:spMkLst>
        </pc:spChg>
        <pc:spChg chg="mod">
          <ac:chgData name="MYUNG JIN" userId="89f3fa32ababedc4" providerId="LiveId" clId="{37EF9922-BC24-4B77-854D-4ECDA931EC02}" dt="2025-08-05T00:33:54.734" v="224" actId="2711"/>
          <ac:spMkLst>
            <pc:docMk/>
            <pc:sldMk cId="2739602740" sldId="294"/>
            <ac:spMk id="134" creationId="{1A942958-BBE3-2F7B-4FDF-E327566BE28D}"/>
          </ac:spMkLst>
        </pc:spChg>
        <pc:spChg chg="mod">
          <ac:chgData name="MYUNG JIN" userId="89f3fa32ababedc4" providerId="LiveId" clId="{37EF9922-BC24-4B77-854D-4ECDA931EC02}" dt="2025-08-05T00:33:50.033" v="223" actId="2711"/>
          <ac:spMkLst>
            <pc:docMk/>
            <pc:sldMk cId="2739602740" sldId="294"/>
            <ac:spMk id="137" creationId="{DDF1FE72-BF36-4496-7D10-A066D1C70F3C}"/>
          </ac:spMkLst>
        </pc:spChg>
        <pc:grpChg chg="mod">
          <ac:chgData name="MYUNG JIN" userId="89f3fa32ababedc4" providerId="LiveId" clId="{37EF9922-BC24-4B77-854D-4ECDA931EC02}" dt="2025-07-29T02:07:15.367" v="109" actId="1076"/>
          <ac:grpSpMkLst>
            <pc:docMk/>
            <pc:sldMk cId="2739602740" sldId="294"/>
            <ac:grpSpMk id="125" creationId="{1327CB55-A4D6-577D-35BB-18CF57E7262A}"/>
          </ac:grpSpMkLst>
        </pc:grpChg>
      </pc:sldChg>
      <pc:sldChg chg="addSp delSp modSp mod">
        <pc:chgData name="MYUNG JIN" userId="89f3fa32ababedc4" providerId="LiveId" clId="{37EF9922-BC24-4B77-854D-4ECDA931EC02}" dt="2025-08-05T00:37:56.370" v="269" actId="1076"/>
        <pc:sldMkLst>
          <pc:docMk/>
          <pc:sldMk cId="2177449641" sldId="295"/>
        </pc:sldMkLst>
        <pc:spChg chg="add mod">
          <ac:chgData name="MYUNG JIN" userId="89f3fa32ababedc4" providerId="LiveId" clId="{37EF9922-BC24-4B77-854D-4ECDA931EC02}" dt="2025-07-29T02:07:46.574" v="155" actId="20577"/>
          <ac:spMkLst>
            <pc:docMk/>
            <pc:sldMk cId="2177449641" sldId="295"/>
            <ac:spMk id="17" creationId="{D6A058E8-9117-0067-EEF6-C20DDF139ABE}"/>
          </ac:spMkLst>
        </pc:spChg>
        <pc:spChg chg="mod">
          <ac:chgData name="MYUNG JIN" userId="89f3fa32ababedc4" providerId="LiveId" clId="{37EF9922-BC24-4B77-854D-4ECDA931EC02}" dt="2025-08-05T00:37:30.742" v="259" actId="1036"/>
          <ac:spMkLst>
            <pc:docMk/>
            <pc:sldMk cId="2177449641" sldId="295"/>
            <ac:spMk id="46" creationId="{4FB9E38B-D87C-0295-471A-5AE6AF5F888A}"/>
          </ac:spMkLst>
        </pc:spChg>
        <pc:spChg chg="mod">
          <ac:chgData name="MYUNG JIN" userId="89f3fa32ababedc4" providerId="LiveId" clId="{37EF9922-BC24-4B77-854D-4ECDA931EC02}" dt="2025-08-05T00:37:27.705" v="255" actId="1036"/>
          <ac:spMkLst>
            <pc:docMk/>
            <pc:sldMk cId="2177449641" sldId="295"/>
            <ac:spMk id="47" creationId="{8A072C4B-509B-0C0F-A08A-62FF9BEF2703}"/>
          </ac:spMkLst>
        </pc:spChg>
        <pc:spChg chg="mod">
          <ac:chgData name="MYUNG JIN" userId="89f3fa32ababedc4" providerId="LiveId" clId="{37EF9922-BC24-4B77-854D-4ECDA931EC02}" dt="2025-08-05T00:37:14.654" v="247" actId="2711"/>
          <ac:spMkLst>
            <pc:docMk/>
            <pc:sldMk cId="2177449641" sldId="295"/>
            <ac:spMk id="69" creationId="{FD31B4C3-2262-AF96-C3E0-040B15776353}"/>
          </ac:spMkLst>
        </pc:spChg>
        <pc:spChg chg="mod">
          <ac:chgData name="MYUNG JIN" userId="89f3fa32ababedc4" providerId="LiveId" clId="{37EF9922-BC24-4B77-854D-4ECDA931EC02}" dt="2025-08-05T00:37:40.762" v="265" actId="404"/>
          <ac:spMkLst>
            <pc:docMk/>
            <pc:sldMk cId="2177449641" sldId="295"/>
            <ac:spMk id="88" creationId="{10EA93C6-E4E0-EF47-7FDF-0EFADEC06C26}"/>
          </ac:spMkLst>
        </pc:spChg>
        <pc:grpChg chg="mod">
          <ac:chgData name="MYUNG JIN" userId="89f3fa32ababedc4" providerId="LiveId" clId="{37EF9922-BC24-4B77-854D-4ECDA931EC02}" dt="2025-08-05T00:37:52.284" v="268" actId="1076"/>
          <ac:grpSpMkLst>
            <pc:docMk/>
            <pc:sldMk cId="2177449641" sldId="295"/>
            <ac:grpSpMk id="105" creationId="{C1E146CD-967F-0247-D32C-CCC304A49217}"/>
          </ac:grpSpMkLst>
        </pc:grpChg>
        <pc:cxnChg chg="mod">
          <ac:chgData name="MYUNG JIN" userId="89f3fa32ababedc4" providerId="LiveId" clId="{37EF9922-BC24-4B77-854D-4ECDA931EC02}" dt="2025-08-05T00:37:56.370" v="269" actId="1076"/>
          <ac:cxnSpMkLst>
            <pc:docMk/>
            <pc:sldMk cId="2177449641" sldId="295"/>
            <ac:cxnSpMk id="84" creationId="{58A17CD6-DB05-3041-ED4E-FFC0CEE8B987}"/>
          </ac:cxnSpMkLst>
        </pc:cxnChg>
      </pc:sldChg>
      <pc:sldChg chg="addSp delSp modSp mod">
        <pc:chgData name="MYUNG JIN" userId="89f3fa32ababedc4" providerId="LiveId" clId="{37EF9922-BC24-4B77-854D-4ECDA931EC02}" dt="2025-08-05T04:56:42.649" v="434" actId="478"/>
        <pc:sldMkLst>
          <pc:docMk/>
          <pc:sldMk cId="3371992946" sldId="296"/>
        </pc:sldMkLst>
        <pc:spChg chg="mod">
          <ac:chgData name="MYUNG JIN" userId="89f3fa32ababedc4" providerId="LiveId" clId="{37EF9922-BC24-4B77-854D-4ECDA931EC02}" dt="2025-08-05T04:54:20.697" v="416" actId="1076"/>
          <ac:spMkLst>
            <pc:docMk/>
            <pc:sldMk cId="3371992946" sldId="296"/>
            <ac:spMk id="2" creationId="{846F8C79-D82A-88BB-C32D-5B3F9CE2250C}"/>
          </ac:spMkLst>
        </pc:spChg>
        <pc:spChg chg="mod">
          <ac:chgData name="MYUNG JIN" userId="89f3fa32ababedc4" providerId="LiveId" clId="{37EF9922-BC24-4B77-854D-4ECDA931EC02}" dt="2025-08-05T04:53:35.420" v="410" actId="2711"/>
          <ac:spMkLst>
            <pc:docMk/>
            <pc:sldMk cId="3371992946" sldId="296"/>
            <ac:spMk id="11" creationId="{1E26113D-5EAA-681E-05D3-689F8960CFF6}"/>
          </ac:spMkLst>
        </pc:spChg>
        <pc:spChg chg="mod">
          <ac:chgData name="MYUNG JIN" userId="89f3fa32ababedc4" providerId="LiveId" clId="{37EF9922-BC24-4B77-854D-4ECDA931EC02}" dt="2025-08-05T04:45:18.094" v="408" actId="2711"/>
          <ac:spMkLst>
            <pc:docMk/>
            <pc:sldMk cId="3371992946" sldId="296"/>
            <ac:spMk id="20" creationId="{D9C0B407-0791-CA80-DA6B-A7A4397258F0}"/>
          </ac:spMkLst>
        </pc:spChg>
        <pc:spChg chg="mod">
          <ac:chgData name="MYUNG JIN" userId="89f3fa32ababedc4" providerId="LiveId" clId="{37EF9922-BC24-4B77-854D-4ECDA931EC02}" dt="2025-08-05T04:54:23.861" v="417" actId="1076"/>
          <ac:spMkLst>
            <pc:docMk/>
            <pc:sldMk cId="3371992946" sldId="296"/>
            <ac:spMk id="25" creationId="{028FAA34-203E-1E7C-ED60-00ACD4043955}"/>
          </ac:spMkLst>
        </pc:spChg>
        <pc:grpChg chg="mod">
          <ac:chgData name="MYUNG JIN" userId="89f3fa32ababedc4" providerId="LiveId" clId="{37EF9922-BC24-4B77-854D-4ECDA931EC02}" dt="2025-08-05T04:54:23.861" v="417" actId="1076"/>
          <ac:grpSpMkLst>
            <pc:docMk/>
            <pc:sldMk cId="3371992946" sldId="296"/>
            <ac:grpSpMk id="21" creationId="{77040CAA-FC6D-13CB-67A3-996E4A8C4EBA}"/>
          </ac:grpSpMkLst>
        </pc:grpChg>
      </pc:sldChg>
      <pc:sldChg chg="addSp delSp modSp mod">
        <pc:chgData name="MYUNG JIN" userId="89f3fa32ababedc4" providerId="LiveId" clId="{37EF9922-BC24-4B77-854D-4ECDA931EC02}" dt="2025-08-05T00:34:18.880" v="226" actId="2711"/>
        <pc:sldMkLst>
          <pc:docMk/>
          <pc:sldMk cId="2929006531" sldId="297"/>
        </pc:sldMkLst>
        <pc:spChg chg="mod">
          <ac:chgData name="MYUNG JIN" userId="89f3fa32ababedc4" providerId="LiveId" clId="{37EF9922-BC24-4B77-854D-4ECDA931EC02}" dt="2025-08-05T00:30:13.635" v="203" actId="2711"/>
          <ac:spMkLst>
            <pc:docMk/>
            <pc:sldMk cId="2929006531" sldId="297"/>
            <ac:spMk id="3" creationId="{CC9FC38C-A53C-4DC5-8E00-866E9D3C9F38}"/>
          </ac:spMkLst>
        </pc:spChg>
        <pc:spChg chg="mod">
          <ac:chgData name="MYUNG JIN" userId="89f3fa32ababedc4" providerId="LiveId" clId="{37EF9922-BC24-4B77-854D-4ECDA931EC02}" dt="2025-08-05T00:30:13.635" v="203" actId="2711"/>
          <ac:spMkLst>
            <pc:docMk/>
            <pc:sldMk cId="2929006531" sldId="297"/>
            <ac:spMk id="4" creationId="{57869DDD-E4AF-0CBB-3F6A-41CC92A78AB1}"/>
          </ac:spMkLst>
        </pc:spChg>
        <pc:spChg chg="mod topLvl">
          <ac:chgData name="MYUNG JIN" userId="89f3fa32ababedc4" providerId="LiveId" clId="{37EF9922-BC24-4B77-854D-4ECDA931EC02}" dt="2025-08-05T00:30:13.635" v="203" actId="2711"/>
          <ac:spMkLst>
            <pc:docMk/>
            <pc:sldMk cId="2929006531" sldId="297"/>
            <ac:spMk id="5" creationId="{98A00711-433D-99FE-BDCF-8F4B35A6B733}"/>
          </ac:spMkLst>
        </pc:spChg>
        <pc:spChg chg="mod">
          <ac:chgData name="MYUNG JIN" userId="89f3fa32ababedc4" providerId="LiveId" clId="{37EF9922-BC24-4B77-854D-4ECDA931EC02}" dt="2025-08-05T00:30:15.866" v="204" actId="14100"/>
          <ac:spMkLst>
            <pc:docMk/>
            <pc:sldMk cId="2929006531" sldId="297"/>
            <ac:spMk id="6" creationId="{E52136DE-7A31-6B18-E105-08AA34A792C5}"/>
          </ac:spMkLst>
        </pc:spChg>
        <pc:spChg chg="mod">
          <ac:chgData name="MYUNG JIN" userId="89f3fa32ababedc4" providerId="LiveId" clId="{37EF9922-BC24-4B77-854D-4ECDA931EC02}" dt="2025-08-05T00:30:13.635" v="203" actId="2711"/>
          <ac:spMkLst>
            <pc:docMk/>
            <pc:sldMk cId="2929006531" sldId="297"/>
            <ac:spMk id="7" creationId="{F90BA298-ED92-1AB5-8453-9CA6694E0DEC}"/>
          </ac:spMkLst>
        </pc:spChg>
        <pc:spChg chg="mod topLvl">
          <ac:chgData name="MYUNG JIN" userId="89f3fa32ababedc4" providerId="LiveId" clId="{37EF9922-BC24-4B77-854D-4ECDA931EC02}" dt="2025-08-05T00:28:47.700" v="197" actId="165"/>
          <ac:spMkLst>
            <pc:docMk/>
            <pc:sldMk cId="2929006531" sldId="297"/>
            <ac:spMk id="8" creationId="{D2E86CF6-DB08-4D70-B746-2BF553DB88AD}"/>
          </ac:spMkLst>
        </pc:spChg>
        <pc:spChg chg="add mod">
          <ac:chgData name="MYUNG JIN" userId="89f3fa32ababedc4" providerId="LiveId" clId="{37EF9922-BC24-4B77-854D-4ECDA931EC02}" dt="2025-07-29T02:07:19.202" v="115" actId="20577"/>
          <ac:spMkLst>
            <pc:docMk/>
            <pc:sldMk cId="2929006531" sldId="297"/>
            <ac:spMk id="15" creationId="{30A4816D-8366-D19E-BB79-F36BEDFC70E2}"/>
          </ac:spMkLst>
        </pc:spChg>
        <pc:spChg chg="mod">
          <ac:chgData name="MYUNG JIN" userId="89f3fa32ababedc4" providerId="LiveId" clId="{37EF9922-BC24-4B77-854D-4ECDA931EC02}" dt="2025-08-05T00:29:16.700" v="200" actId="14100"/>
          <ac:spMkLst>
            <pc:docMk/>
            <pc:sldMk cId="2929006531" sldId="297"/>
            <ac:spMk id="17" creationId="{D25E60D4-6107-E801-58C8-3CC521566460}"/>
          </ac:spMkLst>
        </pc:spChg>
        <pc:spChg chg="mod">
          <ac:chgData name="MYUNG JIN" userId="89f3fa32ababedc4" providerId="LiveId" clId="{37EF9922-BC24-4B77-854D-4ECDA931EC02}" dt="2025-08-05T00:29:14.024" v="199" actId="2711"/>
          <ac:spMkLst>
            <pc:docMk/>
            <pc:sldMk cId="2929006531" sldId="297"/>
            <ac:spMk id="19" creationId="{6DBA88C5-F6BC-CC77-FD2E-22421CFB442E}"/>
          </ac:spMkLst>
        </pc:spChg>
        <pc:spChg chg="mod">
          <ac:chgData name="MYUNG JIN" userId="89f3fa32ababedc4" providerId="LiveId" clId="{37EF9922-BC24-4B77-854D-4ECDA931EC02}" dt="2025-08-05T00:30:13.635" v="203" actId="2711"/>
          <ac:spMkLst>
            <pc:docMk/>
            <pc:sldMk cId="2929006531" sldId="297"/>
            <ac:spMk id="31" creationId="{C5478B7D-D792-84E7-4E5F-95392744CD7E}"/>
          </ac:spMkLst>
        </pc:spChg>
        <pc:spChg chg="mod">
          <ac:chgData name="MYUNG JIN" userId="89f3fa32ababedc4" providerId="LiveId" clId="{37EF9922-BC24-4B77-854D-4ECDA931EC02}" dt="2025-08-05T00:30:13.635" v="203" actId="2711"/>
          <ac:spMkLst>
            <pc:docMk/>
            <pc:sldMk cId="2929006531" sldId="297"/>
            <ac:spMk id="32" creationId="{6E6BE179-B2AE-D3B5-A454-7EBD36E9D7BD}"/>
          </ac:spMkLst>
        </pc:spChg>
        <pc:spChg chg="mod">
          <ac:chgData name="MYUNG JIN" userId="89f3fa32ababedc4" providerId="LiveId" clId="{37EF9922-BC24-4B77-854D-4ECDA931EC02}" dt="2025-08-05T00:30:13.635" v="203" actId="2711"/>
          <ac:spMkLst>
            <pc:docMk/>
            <pc:sldMk cId="2929006531" sldId="297"/>
            <ac:spMk id="33" creationId="{E0AD34D7-6D5C-D68B-40EE-9F431E7FDFAA}"/>
          </ac:spMkLst>
        </pc:spChg>
        <pc:spChg chg="mod topLvl">
          <ac:chgData name="MYUNG JIN" userId="89f3fa32ababedc4" providerId="LiveId" clId="{37EF9922-BC24-4B77-854D-4ECDA931EC02}" dt="2025-08-05T00:28:47.700" v="197" actId="165"/>
          <ac:spMkLst>
            <pc:docMk/>
            <pc:sldMk cId="2929006531" sldId="297"/>
            <ac:spMk id="41" creationId="{FCF0CFFF-5E77-3DA2-9763-CB1AA0DE24D1}"/>
          </ac:spMkLst>
        </pc:spChg>
        <pc:spChg chg="mod">
          <ac:chgData name="MYUNG JIN" userId="89f3fa32ababedc4" providerId="LiveId" clId="{37EF9922-BC24-4B77-854D-4ECDA931EC02}" dt="2025-08-05T00:28:44.226" v="193" actId="165"/>
          <ac:spMkLst>
            <pc:docMk/>
            <pc:sldMk cId="2929006531" sldId="297"/>
            <ac:spMk id="42" creationId="{22B688EA-9773-60DB-6200-E51D01B2EBFB}"/>
          </ac:spMkLst>
        </pc:spChg>
        <pc:spChg chg="mod topLvl">
          <ac:chgData name="MYUNG JIN" userId="89f3fa32ababedc4" providerId="LiveId" clId="{37EF9922-BC24-4B77-854D-4ECDA931EC02}" dt="2025-08-05T00:30:39.244" v="205" actId="2711"/>
          <ac:spMkLst>
            <pc:docMk/>
            <pc:sldMk cId="2929006531" sldId="297"/>
            <ac:spMk id="43" creationId="{B8403B6A-0BD7-7A9D-5C07-694DBF60373C}"/>
          </ac:spMkLst>
        </pc:spChg>
        <pc:spChg chg="mod topLvl">
          <ac:chgData name="MYUNG JIN" userId="89f3fa32ababedc4" providerId="LiveId" clId="{37EF9922-BC24-4B77-854D-4ECDA931EC02}" dt="2025-08-05T00:30:43.767" v="206" actId="2711"/>
          <ac:spMkLst>
            <pc:docMk/>
            <pc:sldMk cId="2929006531" sldId="297"/>
            <ac:spMk id="45" creationId="{56DD7021-2901-B136-603D-4BCE481DEDA2}"/>
          </ac:spMkLst>
        </pc:spChg>
        <pc:spChg chg="mod">
          <ac:chgData name="MYUNG JIN" userId="89f3fa32ababedc4" providerId="LiveId" clId="{37EF9922-BC24-4B77-854D-4ECDA931EC02}" dt="2025-08-05T00:30:43.767" v="206" actId="2711"/>
          <ac:spMkLst>
            <pc:docMk/>
            <pc:sldMk cId="2929006531" sldId="297"/>
            <ac:spMk id="47" creationId="{A72EA202-2DA8-295A-C18F-027C0F584EE7}"/>
          </ac:spMkLst>
        </pc:spChg>
        <pc:spChg chg="mod">
          <ac:chgData name="MYUNG JIN" userId="89f3fa32ababedc4" providerId="LiveId" clId="{37EF9922-BC24-4B77-854D-4ECDA931EC02}" dt="2025-08-05T00:30:39.244" v="205" actId="2711"/>
          <ac:spMkLst>
            <pc:docMk/>
            <pc:sldMk cId="2929006531" sldId="297"/>
            <ac:spMk id="49" creationId="{FD2A2E2D-9BD7-ACEA-79D2-7A26CA3B790C}"/>
          </ac:spMkLst>
        </pc:spChg>
        <pc:spChg chg="mod topLvl">
          <ac:chgData name="MYUNG JIN" userId="89f3fa32ababedc4" providerId="LiveId" clId="{37EF9922-BC24-4B77-854D-4ECDA931EC02}" dt="2025-08-05T00:30:39.244" v="205" actId="2711"/>
          <ac:spMkLst>
            <pc:docMk/>
            <pc:sldMk cId="2929006531" sldId="297"/>
            <ac:spMk id="50" creationId="{ADFD939A-C718-C4CD-BB1D-8219A75C63DD}"/>
          </ac:spMkLst>
        </pc:spChg>
        <pc:spChg chg="mod">
          <ac:chgData name="MYUNG JIN" userId="89f3fa32ababedc4" providerId="LiveId" clId="{37EF9922-BC24-4B77-854D-4ECDA931EC02}" dt="2025-08-05T00:30:39.244" v="205" actId="2711"/>
          <ac:spMkLst>
            <pc:docMk/>
            <pc:sldMk cId="2929006531" sldId="297"/>
            <ac:spMk id="51" creationId="{AEB75788-A66B-450C-F375-9D0C5EB8EBDE}"/>
          </ac:spMkLst>
        </pc:spChg>
        <pc:spChg chg="mod">
          <ac:chgData name="MYUNG JIN" userId="89f3fa32ababedc4" providerId="LiveId" clId="{37EF9922-BC24-4B77-854D-4ECDA931EC02}" dt="2025-08-05T00:34:18.880" v="226" actId="2711"/>
          <ac:spMkLst>
            <pc:docMk/>
            <pc:sldMk cId="2929006531" sldId="297"/>
            <ac:spMk id="52" creationId="{66356849-2A96-3935-D7B7-D6F23792A7C6}"/>
          </ac:spMkLst>
        </pc:spChg>
        <pc:spChg chg="mod">
          <ac:chgData name="MYUNG JIN" userId="89f3fa32ababedc4" providerId="LiveId" clId="{37EF9922-BC24-4B77-854D-4ECDA931EC02}" dt="2025-08-05T00:34:18.880" v="226" actId="2711"/>
          <ac:spMkLst>
            <pc:docMk/>
            <pc:sldMk cId="2929006531" sldId="297"/>
            <ac:spMk id="53" creationId="{C25A1755-494F-75E0-60FE-0351EE2850A9}"/>
          </ac:spMkLst>
        </pc:spChg>
        <pc:spChg chg="mod">
          <ac:chgData name="MYUNG JIN" userId="89f3fa32ababedc4" providerId="LiveId" clId="{37EF9922-BC24-4B77-854D-4ECDA931EC02}" dt="2025-08-05T00:34:18.880" v="226" actId="2711"/>
          <ac:spMkLst>
            <pc:docMk/>
            <pc:sldMk cId="2929006531" sldId="297"/>
            <ac:spMk id="54" creationId="{1F469461-F3DE-19C8-02A9-57C2BCB7BE69}"/>
          </ac:spMkLst>
        </pc:spChg>
        <pc:spChg chg="mod">
          <ac:chgData name="MYUNG JIN" userId="89f3fa32ababedc4" providerId="LiveId" clId="{37EF9922-BC24-4B77-854D-4ECDA931EC02}" dt="2025-08-05T00:29:14.024" v="199" actId="2711"/>
          <ac:spMkLst>
            <pc:docMk/>
            <pc:sldMk cId="2929006531" sldId="297"/>
            <ac:spMk id="55" creationId="{99100E5F-2978-900C-122E-CC60F61A4988}"/>
          </ac:spMkLst>
        </pc:spChg>
        <pc:spChg chg="mod topLvl">
          <ac:chgData name="MYUNG JIN" userId="89f3fa32ababedc4" providerId="LiveId" clId="{37EF9922-BC24-4B77-854D-4ECDA931EC02}" dt="2025-08-05T00:30:39.244" v="205" actId="2711"/>
          <ac:spMkLst>
            <pc:docMk/>
            <pc:sldMk cId="2929006531" sldId="297"/>
            <ac:spMk id="56" creationId="{EAD70ABF-3B7F-B60D-FF94-09EE2E42C705}"/>
          </ac:spMkLst>
        </pc:spChg>
        <pc:spChg chg="mod topLvl">
          <ac:chgData name="MYUNG JIN" userId="89f3fa32ababedc4" providerId="LiveId" clId="{37EF9922-BC24-4B77-854D-4ECDA931EC02}" dt="2025-08-05T00:30:39.244" v="205" actId="2711"/>
          <ac:spMkLst>
            <pc:docMk/>
            <pc:sldMk cId="2929006531" sldId="297"/>
            <ac:spMk id="57" creationId="{948277D6-067A-4823-C841-5255A1049C6D}"/>
          </ac:spMkLst>
        </pc:spChg>
        <pc:spChg chg="mod">
          <ac:chgData name="MYUNG JIN" userId="89f3fa32ababedc4" providerId="LiveId" clId="{37EF9922-BC24-4B77-854D-4ECDA931EC02}" dt="2025-08-05T00:29:14.024" v="199" actId="2711"/>
          <ac:spMkLst>
            <pc:docMk/>
            <pc:sldMk cId="2929006531" sldId="297"/>
            <ac:spMk id="59" creationId="{A7B585AF-DACB-5633-A430-890D35C1B3E1}"/>
          </ac:spMkLst>
        </pc:spChg>
        <pc:spChg chg="mod topLvl">
          <ac:chgData name="MYUNG JIN" userId="89f3fa32ababedc4" providerId="LiveId" clId="{37EF9922-BC24-4B77-854D-4ECDA931EC02}" dt="2025-08-05T00:29:14.024" v="199" actId="2711"/>
          <ac:spMkLst>
            <pc:docMk/>
            <pc:sldMk cId="2929006531" sldId="297"/>
            <ac:spMk id="61" creationId="{12E126D7-B492-4AAE-B2D7-7DAF25479315}"/>
          </ac:spMkLst>
        </pc:spChg>
        <pc:spChg chg="mod">
          <ac:chgData name="MYUNG JIN" userId="89f3fa32ababedc4" providerId="LiveId" clId="{37EF9922-BC24-4B77-854D-4ECDA931EC02}" dt="2025-08-05T00:29:14.024" v="199" actId="2711"/>
          <ac:spMkLst>
            <pc:docMk/>
            <pc:sldMk cId="2929006531" sldId="297"/>
            <ac:spMk id="64" creationId="{A82939DE-FE5E-0029-B33A-A3F58E023D0F}"/>
          </ac:spMkLst>
        </pc:spChg>
        <pc:spChg chg="mod">
          <ac:chgData name="MYUNG JIN" userId="89f3fa32ababedc4" providerId="LiveId" clId="{37EF9922-BC24-4B77-854D-4ECDA931EC02}" dt="2025-08-05T00:29:14.024" v="199" actId="2711"/>
          <ac:spMkLst>
            <pc:docMk/>
            <pc:sldMk cId="2929006531" sldId="297"/>
            <ac:spMk id="68" creationId="{28FCDB51-493E-0E41-A8B3-C28BC46671CD}"/>
          </ac:spMkLst>
        </pc:spChg>
        <pc:spChg chg="mod">
          <ac:chgData name="MYUNG JIN" userId="89f3fa32ababedc4" providerId="LiveId" clId="{37EF9922-BC24-4B77-854D-4ECDA931EC02}" dt="2025-08-05T00:29:14.024" v="199" actId="2711"/>
          <ac:spMkLst>
            <pc:docMk/>
            <pc:sldMk cId="2929006531" sldId="297"/>
            <ac:spMk id="69" creationId="{77A2D017-E48E-5C1A-E5E5-61ABBB9CAABE}"/>
          </ac:spMkLst>
        </pc:spChg>
        <pc:spChg chg="mod topLvl">
          <ac:chgData name="MYUNG JIN" userId="89f3fa32ababedc4" providerId="LiveId" clId="{37EF9922-BC24-4B77-854D-4ECDA931EC02}" dt="2025-08-05T00:29:00.829" v="198" actId="2711"/>
          <ac:spMkLst>
            <pc:docMk/>
            <pc:sldMk cId="2929006531" sldId="297"/>
            <ac:spMk id="70" creationId="{3E3C00A3-33B1-0C92-82D5-CB8F12789E73}"/>
          </ac:spMkLst>
        </pc:spChg>
        <pc:spChg chg="mod topLvl">
          <ac:chgData name="MYUNG JIN" userId="89f3fa32ababedc4" providerId="LiveId" clId="{37EF9922-BC24-4B77-854D-4ECDA931EC02}" dt="2025-08-05T00:29:00.829" v="198" actId="2711"/>
          <ac:spMkLst>
            <pc:docMk/>
            <pc:sldMk cId="2929006531" sldId="297"/>
            <ac:spMk id="71" creationId="{F7D485AA-2188-BF44-63D6-5A231006D7F1}"/>
          </ac:spMkLst>
        </pc:spChg>
        <pc:spChg chg="mod topLvl">
          <ac:chgData name="MYUNG JIN" userId="89f3fa32ababedc4" providerId="LiveId" clId="{37EF9922-BC24-4B77-854D-4ECDA931EC02}" dt="2025-08-05T00:29:00.829" v="198" actId="2711"/>
          <ac:spMkLst>
            <pc:docMk/>
            <pc:sldMk cId="2929006531" sldId="297"/>
            <ac:spMk id="75" creationId="{B3F17DDE-4139-7999-B3F6-E19B625D10B3}"/>
          </ac:spMkLst>
        </pc:spChg>
        <pc:spChg chg="mod topLvl">
          <ac:chgData name="MYUNG JIN" userId="89f3fa32ababedc4" providerId="LiveId" clId="{37EF9922-BC24-4B77-854D-4ECDA931EC02}" dt="2025-08-05T00:28:47.700" v="197" actId="165"/>
          <ac:spMkLst>
            <pc:docMk/>
            <pc:sldMk cId="2929006531" sldId="297"/>
            <ac:spMk id="78" creationId="{ED7BE18E-1FFA-5A75-3F2F-91B37EB35B8E}"/>
          </ac:spMkLst>
        </pc:spChg>
        <pc:spChg chg="mod topLvl">
          <ac:chgData name="MYUNG JIN" userId="89f3fa32ababedc4" providerId="LiveId" clId="{37EF9922-BC24-4B77-854D-4ECDA931EC02}" dt="2025-08-05T00:28:47.700" v="197" actId="165"/>
          <ac:spMkLst>
            <pc:docMk/>
            <pc:sldMk cId="2929006531" sldId="297"/>
            <ac:spMk id="82" creationId="{1EDC3793-CD1F-5748-2790-CD98440B542B}"/>
          </ac:spMkLst>
        </pc:spChg>
        <pc:spChg chg="mod topLvl">
          <ac:chgData name="MYUNG JIN" userId="89f3fa32ababedc4" providerId="LiveId" clId="{37EF9922-BC24-4B77-854D-4ECDA931EC02}" dt="2025-08-05T00:28:47.700" v="197" actId="165"/>
          <ac:spMkLst>
            <pc:docMk/>
            <pc:sldMk cId="2929006531" sldId="297"/>
            <ac:spMk id="83" creationId="{35AF7539-570C-840F-6F23-9A31CF91E85F}"/>
          </ac:spMkLst>
        </pc:spChg>
        <pc:spChg chg="mod">
          <ac:chgData name="MYUNG JIN" userId="89f3fa32ababedc4" providerId="LiveId" clId="{37EF9922-BC24-4B77-854D-4ECDA931EC02}" dt="2025-08-05T00:29:00.829" v="198" actId="2711"/>
          <ac:spMkLst>
            <pc:docMk/>
            <pc:sldMk cId="2929006531" sldId="297"/>
            <ac:spMk id="89" creationId="{7699279E-72A4-C0D0-FBBF-6BEAF45F08C4}"/>
          </ac:spMkLst>
        </pc:spChg>
        <pc:spChg chg="mod topLvl">
          <ac:chgData name="MYUNG JIN" userId="89f3fa32ababedc4" providerId="LiveId" clId="{37EF9922-BC24-4B77-854D-4ECDA931EC02}" dt="2025-08-05T00:29:00.829" v="198" actId="2711"/>
          <ac:spMkLst>
            <pc:docMk/>
            <pc:sldMk cId="2929006531" sldId="297"/>
            <ac:spMk id="90" creationId="{2D37CB55-2BE1-5EE1-CBFB-C4E83293E105}"/>
          </ac:spMkLst>
        </pc:spChg>
        <pc:spChg chg="mod">
          <ac:chgData name="MYUNG JIN" userId="89f3fa32ababedc4" providerId="LiveId" clId="{37EF9922-BC24-4B77-854D-4ECDA931EC02}" dt="2025-08-05T00:29:00.829" v="198" actId="2711"/>
          <ac:spMkLst>
            <pc:docMk/>
            <pc:sldMk cId="2929006531" sldId="297"/>
            <ac:spMk id="91" creationId="{B628BF2D-4087-7D3C-1A83-F99EBD155FFD}"/>
          </ac:spMkLst>
        </pc:spChg>
        <pc:spChg chg="mod">
          <ac:chgData name="MYUNG JIN" userId="89f3fa32ababedc4" providerId="LiveId" clId="{37EF9922-BC24-4B77-854D-4ECDA931EC02}" dt="2025-08-05T00:29:00.829" v="198" actId="2711"/>
          <ac:spMkLst>
            <pc:docMk/>
            <pc:sldMk cId="2929006531" sldId="297"/>
            <ac:spMk id="92" creationId="{5F09FB81-A7FF-4E45-2417-C63A071D9112}"/>
          </ac:spMkLst>
        </pc:spChg>
        <pc:spChg chg="mod">
          <ac:chgData name="MYUNG JIN" userId="89f3fa32ababedc4" providerId="LiveId" clId="{37EF9922-BC24-4B77-854D-4ECDA931EC02}" dt="2025-08-05T00:29:00.829" v="198" actId="2711"/>
          <ac:spMkLst>
            <pc:docMk/>
            <pc:sldMk cId="2929006531" sldId="297"/>
            <ac:spMk id="93" creationId="{D1F32C1B-DA78-5087-3AF4-BC13A02890FA}"/>
          </ac:spMkLst>
        </pc:spChg>
        <pc:spChg chg="mod topLvl">
          <ac:chgData name="MYUNG JIN" userId="89f3fa32ababedc4" providerId="LiveId" clId="{37EF9922-BC24-4B77-854D-4ECDA931EC02}" dt="2025-08-05T00:29:18.588" v="201" actId="14100"/>
          <ac:spMkLst>
            <pc:docMk/>
            <pc:sldMk cId="2929006531" sldId="297"/>
            <ac:spMk id="116" creationId="{30EE92B7-EAF7-EDBC-72A6-59B183985C62}"/>
          </ac:spMkLst>
        </pc:spChg>
        <pc:spChg chg="mod topLvl">
          <ac:chgData name="MYUNG JIN" userId="89f3fa32ababedc4" providerId="LiveId" clId="{37EF9922-BC24-4B77-854D-4ECDA931EC02}" dt="2025-08-05T00:28:44.226" v="193" actId="165"/>
          <ac:spMkLst>
            <pc:docMk/>
            <pc:sldMk cId="2929006531" sldId="297"/>
            <ac:spMk id="140" creationId="{5722A109-AF45-5C21-1E12-CA5F290F418C}"/>
          </ac:spMkLst>
        </pc:spChg>
        <pc:spChg chg="mod topLvl">
          <ac:chgData name="MYUNG JIN" userId="89f3fa32ababedc4" providerId="LiveId" clId="{37EF9922-BC24-4B77-854D-4ECDA931EC02}" dt="2025-08-05T00:29:00.829" v="198" actId="2711"/>
          <ac:spMkLst>
            <pc:docMk/>
            <pc:sldMk cId="2929006531" sldId="297"/>
            <ac:spMk id="157" creationId="{7984C7EE-5637-7CF2-2267-ACF1E6D9138A}"/>
          </ac:spMkLst>
        </pc:spChg>
        <pc:spChg chg="mod topLvl">
          <ac:chgData name="MYUNG JIN" userId="89f3fa32ababedc4" providerId="LiveId" clId="{37EF9922-BC24-4B77-854D-4ECDA931EC02}" dt="2025-08-05T00:34:18.880" v="226" actId="2711"/>
          <ac:spMkLst>
            <pc:docMk/>
            <pc:sldMk cId="2929006531" sldId="297"/>
            <ac:spMk id="158" creationId="{FB9690B9-82F2-B815-8FE2-FEB49F9E01C4}"/>
          </ac:spMkLst>
        </pc:spChg>
        <pc:spChg chg="mod topLvl">
          <ac:chgData name="MYUNG JIN" userId="89f3fa32ababedc4" providerId="LiveId" clId="{37EF9922-BC24-4B77-854D-4ECDA931EC02}" dt="2025-08-05T00:34:18.880" v="226" actId="2711"/>
          <ac:spMkLst>
            <pc:docMk/>
            <pc:sldMk cId="2929006531" sldId="297"/>
            <ac:spMk id="159" creationId="{91F8FE2D-2A90-2D40-E59A-D2D81336B02F}"/>
          </ac:spMkLst>
        </pc:spChg>
        <pc:spChg chg="mod topLvl">
          <ac:chgData name="MYUNG JIN" userId="89f3fa32ababedc4" providerId="LiveId" clId="{37EF9922-BC24-4B77-854D-4ECDA931EC02}" dt="2025-08-05T00:29:00.829" v="198" actId="2711"/>
          <ac:spMkLst>
            <pc:docMk/>
            <pc:sldMk cId="2929006531" sldId="297"/>
            <ac:spMk id="161" creationId="{E2168A17-595D-17A0-EC95-3676C5DEF13E}"/>
          </ac:spMkLst>
        </pc:spChg>
        <pc:graphicFrameChg chg="ord">
          <ac:chgData name="MYUNG JIN" userId="89f3fa32ababedc4" providerId="LiveId" clId="{37EF9922-BC24-4B77-854D-4ECDA931EC02}" dt="2025-08-05T00:29:48.548" v="202" actId="167"/>
          <ac:graphicFrameMkLst>
            <pc:docMk/>
            <pc:sldMk cId="2929006531" sldId="297"/>
            <ac:graphicFrameMk id="2" creationId="{04E0EEB3-A9B3-176E-93D3-7B52220BCF31}"/>
          </ac:graphicFrameMkLst>
        </pc:graphicFrameChg>
        <pc:picChg chg="mod topLvl">
          <ac:chgData name="MYUNG JIN" userId="89f3fa32ababedc4" providerId="LiveId" clId="{37EF9922-BC24-4B77-854D-4ECDA931EC02}" dt="2025-08-05T00:28:45.231" v="196" actId="165"/>
          <ac:picMkLst>
            <pc:docMk/>
            <pc:sldMk cId="2929006531" sldId="297"/>
            <ac:picMk id="58" creationId="{41D861BD-CD16-EA3F-EE0B-7001ABEBE224}"/>
          </ac:picMkLst>
        </pc:picChg>
        <pc:cxnChg chg="mod topLvl">
          <ac:chgData name="MYUNG JIN" userId="89f3fa32ababedc4" providerId="LiveId" clId="{37EF9922-BC24-4B77-854D-4ECDA931EC02}" dt="2025-08-05T00:28:45.231" v="196" actId="165"/>
          <ac:cxnSpMkLst>
            <pc:docMk/>
            <pc:sldMk cId="2929006531" sldId="297"/>
            <ac:cxnSpMk id="100" creationId="{1A125A79-6D23-A3F1-B3EA-B056468430C7}"/>
          </ac:cxnSpMkLst>
        </pc:cxnChg>
        <pc:cxnChg chg="mod topLvl">
          <ac:chgData name="MYUNG JIN" userId="89f3fa32ababedc4" providerId="LiveId" clId="{37EF9922-BC24-4B77-854D-4ECDA931EC02}" dt="2025-08-05T00:28:45.231" v="196" actId="165"/>
          <ac:cxnSpMkLst>
            <pc:docMk/>
            <pc:sldMk cId="2929006531" sldId="297"/>
            <ac:cxnSpMk id="101" creationId="{81E932A5-0515-269D-5655-4C0F351D3E23}"/>
          </ac:cxnSpMkLst>
        </pc:cxnChg>
        <pc:cxnChg chg="mod topLvl">
          <ac:chgData name="MYUNG JIN" userId="89f3fa32ababedc4" providerId="LiveId" clId="{37EF9922-BC24-4B77-854D-4ECDA931EC02}" dt="2025-08-05T00:28:44.985" v="195" actId="165"/>
          <ac:cxnSpMkLst>
            <pc:docMk/>
            <pc:sldMk cId="2929006531" sldId="297"/>
            <ac:cxnSpMk id="144" creationId="{66CC80B9-92C1-4C59-AB6E-A59BBCFAFED2}"/>
          </ac:cxnSpMkLst>
        </pc:cxnChg>
        <pc:cxnChg chg="mod topLvl">
          <ac:chgData name="MYUNG JIN" userId="89f3fa32ababedc4" providerId="LiveId" clId="{37EF9922-BC24-4B77-854D-4ECDA931EC02}" dt="2025-08-05T00:28:44.985" v="195" actId="165"/>
          <ac:cxnSpMkLst>
            <pc:docMk/>
            <pc:sldMk cId="2929006531" sldId="297"/>
            <ac:cxnSpMk id="146" creationId="{5795CF27-D42D-06E9-2370-EEF8623A5FB7}"/>
          </ac:cxnSpMkLst>
        </pc:cxnChg>
        <pc:cxnChg chg="mod topLvl">
          <ac:chgData name="MYUNG JIN" userId="89f3fa32ababedc4" providerId="LiveId" clId="{37EF9922-BC24-4B77-854D-4ECDA931EC02}" dt="2025-08-05T00:28:45.231" v="196" actId="165"/>
          <ac:cxnSpMkLst>
            <pc:docMk/>
            <pc:sldMk cId="2929006531" sldId="297"/>
            <ac:cxnSpMk id="148" creationId="{F6643AD4-C76C-B642-4348-D529894EB679}"/>
          </ac:cxnSpMkLst>
        </pc:cxnChg>
      </pc:sldChg>
      <pc:sldChg chg="addSp modSp del">
        <pc:chgData name="MYUNG JIN" userId="89f3fa32ababedc4" providerId="LiveId" clId="{37EF9922-BC24-4B77-854D-4ECDA931EC02}" dt="2025-07-29T02:07:38.049" v="144" actId="47"/>
        <pc:sldMkLst>
          <pc:docMk/>
          <pc:sldMk cId="2937257746" sldId="298"/>
        </pc:sldMkLst>
      </pc:sldChg>
      <pc:sldChg chg="del">
        <pc:chgData name="MYUNG JIN" userId="89f3fa32ababedc4" providerId="LiveId" clId="{37EF9922-BC24-4B77-854D-4ECDA931EC02}" dt="2025-07-29T02:06:17.913" v="83" actId="47"/>
        <pc:sldMkLst>
          <pc:docMk/>
          <pc:sldMk cId="1208402874" sldId="299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A311422-0C2E-42D7-924E-F365B5A34ABC}" type="datetimeFigureOut">
              <a:rPr lang="ko-KR" altLang="en-US" smtClean="0"/>
              <a:t>2026-01-29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2360613" y="1143000"/>
            <a:ext cx="21367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22F34F1-DEEA-42FB-94CF-D519BE2E39B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168705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ko-KR" altLang="en-US"/>
              <a:t>클릭하여 마스터 부제목 스타일 편집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C53AF-CD6D-418E-B451-BA3CFECC6915}" type="datetimeFigureOut">
              <a:rPr lang="ko-KR" altLang="en-US" smtClean="0"/>
              <a:t>2026-01-29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513F4-2BF8-4F14-B215-A25FB7AB16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332936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C53AF-CD6D-418E-B451-BA3CFECC6915}" type="datetimeFigureOut">
              <a:rPr lang="ko-KR" altLang="en-US" smtClean="0"/>
              <a:t>2026-01-29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513F4-2BF8-4F14-B215-A25FB7AB16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669550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C53AF-CD6D-418E-B451-BA3CFECC6915}" type="datetimeFigureOut">
              <a:rPr lang="ko-KR" altLang="en-US" smtClean="0"/>
              <a:t>2026-01-29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513F4-2BF8-4F14-B215-A25FB7AB16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091147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C53AF-CD6D-418E-B451-BA3CFECC6915}" type="datetimeFigureOut">
              <a:rPr lang="ko-KR" altLang="en-US" smtClean="0"/>
              <a:t>2026-01-29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513F4-2BF8-4F14-B215-A25FB7AB16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840244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C53AF-CD6D-418E-B451-BA3CFECC6915}" type="datetimeFigureOut">
              <a:rPr lang="ko-KR" altLang="en-US" smtClean="0"/>
              <a:t>2026-01-29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513F4-2BF8-4F14-B215-A25FB7AB16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423700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C53AF-CD6D-418E-B451-BA3CFECC6915}" type="datetimeFigureOut">
              <a:rPr lang="ko-KR" altLang="en-US" smtClean="0"/>
              <a:t>2026-01-29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513F4-2BF8-4F14-B215-A25FB7AB16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849236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C53AF-CD6D-418E-B451-BA3CFECC6915}" type="datetimeFigureOut">
              <a:rPr lang="ko-KR" altLang="en-US" smtClean="0"/>
              <a:t>2026-01-29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513F4-2BF8-4F14-B215-A25FB7AB16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737051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C53AF-CD6D-418E-B451-BA3CFECC6915}" type="datetimeFigureOut">
              <a:rPr lang="ko-KR" altLang="en-US" smtClean="0"/>
              <a:t>2026-01-29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513F4-2BF8-4F14-B215-A25FB7AB16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781191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C53AF-CD6D-418E-B451-BA3CFECC6915}" type="datetimeFigureOut">
              <a:rPr lang="ko-KR" altLang="en-US" smtClean="0"/>
              <a:t>2026-01-29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513F4-2BF8-4F14-B215-A25FB7AB16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969595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C53AF-CD6D-418E-B451-BA3CFECC6915}" type="datetimeFigureOut">
              <a:rPr lang="ko-KR" altLang="en-US" smtClean="0"/>
              <a:t>2026-01-29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513F4-2BF8-4F14-B215-A25FB7AB16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911093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C53AF-CD6D-418E-B451-BA3CFECC6915}" type="datetimeFigureOut">
              <a:rPr lang="ko-KR" altLang="en-US" smtClean="0"/>
              <a:t>2026-01-29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513F4-2BF8-4F14-B215-A25FB7AB16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774604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38C53AF-CD6D-418E-B451-BA3CFECC6915}" type="datetimeFigureOut">
              <a:rPr lang="ko-KR" altLang="en-US" smtClean="0"/>
              <a:t>2026-01-29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8E513F4-2BF8-4F14-B215-A25FB7AB16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61038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1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1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18" Type="http://schemas.openxmlformats.org/officeDocument/2006/relationships/image" Target="../media/image16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17" Type="http://schemas.openxmlformats.org/officeDocument/2006/relationships/image" Target="../media/image8.pn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14" Type="http://schemas.openxmlformats.org/officeDocument/2006/relationships/image" Target="../media/image1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82B441C-EB3D-D198-7F1A-AA1B343062F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55600" y="1621191"/>
            <a:ext cx="6146800" cy="3448756"/>
          </a:xfrm>
        </p:spPr>
        <p:txBody>
          <a:bodyPr>
            <a:noAutofit/>
          </a:bodyPr>
          <a:lstStyle/>
          <a:p>
            <a:r>
              <a:rPr lang="en-US" altLang="ko-KR" sz="2400">
                <a:latin typeface="Arial" panose="020B0604020202020204" pitchFamily="34" charset="0"/>
                <a:cs typeface="Arial" panose="020B0604020202020204" pitchFamily="34" charset="0"/>
              </a:rPr>
              <a:t>Modeling of Attempt-to-Escape Frequency:</a:t>
            </a:r>
            <a:br>
              <a:rPr lang="en-US" altLang="ko-KR" sz="240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altLang="ko-KR" sz="2400">
                <a:latin typeface="Arial" panose="020B0604020202020204" pitchFamily="34" charset="0"/>
                <a:cs typeface="Arial" panose="020B0604020202020204" pitchFamily="34" charset="0"/>
              </a:rPr>
              <a:t>Tunneling Emission of Trapped Electrons in Tunneling Oxides of 3-D NAND</a:t>
            </a:r>
            <a:br>
              <a:rPr lang="en-US" altLang="ko-KR" sz="240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altLang="ko-KR" sz="2400">
                <a:latin typeface="Arial" panose="020B0604020202020204" pitchFamily="34" charset="0"/>
                <a:cs typeface="Arial" panose="020B0604020202020204" pitchFamily="34" charset="0"/>
              </a:rPr>
              <a:t>Flash Memory</a:t>
            </a:r>
            <a:endParaRPr lang="ko-KR" altLang="en-US" sz="24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9FBF8F0-9172-93FB-4457-171A7A0741C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>
                <a:latin typeface="Arial" panose="020B0604020202020204" pitchFamily="34" charset="0"/>
                <a:cs typeface="Arial" panose="020B0604020202020204" pitchFamily="34" charset="0"/>
              </a:rPr>
              <a:t>Myung</a:t>
            </a:r>
            <a:r>
              <a:rPr lang="ko-KR" altLang="en-US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>
                <a:latin typeface="Arial" panose="020B0604020202020204" pitchFamily="34" charset="0"/>
                <a:cs typeface="Arial" panose="020B0604020202020204" pitchFamily="34" charset="0"/>
              </a:rPr>
              <a:t>Jin</a:t>
            </a:r>
            <a:r>
              <a:rPr lang="ko-KR" altLang="en-US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>
                <a:latin typeface="Arial" panose="020B0604020202020204" pitchFamily="34" charset="0"/>
                <a:cs typeface="Arial" panose="020B0604020202020204" pitchFamily="34" charset="0"/>
              </a:rPr>
              <a:t>and</a:t>
            </a:r>
            <a:r>
              <a:rPr lang="ko-KR" altLang="en-US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>
                <a:latin typeface="Arial" panose="020B0604020202020204" pitchFamily="34" charset="0"/>
                <a:cs typeface="Arial" panose="020B0604020202020204" pitchFamily="34" charset="0"/>
              </a:rPr>
              <a:t>Hyuncheol</a:t>
            </a:r>
            <a:r>
              <a:rPr lang="ko-KR" altLang="en-US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>
                <a:latin typeface="Arial" panose="020B0604020202020204" pitchFamily="34" charset="0"/>
                <a:cs typeface="Arial" panose="020B0604020202020204" pitchFamily="34" charset="0"/>
              </a:rPr>
              <a:t>Shin</a:t>
            </a:r>
          </a:p>
          <a:p>
            <a:endParaRPr lang="en-US" altLang="ko-KR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ko-KR">
                <a:latin typeface="Arial" panose="020B0604020202020204" pitchFamily="34" charset="0"/>
                <a:cs typeface="Arial" panose="020B0604020202020204" pitchFamily="34" charset="0"/>
              </a:rPr>
              <a:t>10.1109/TED.2025.3589340</a:t>
            </a:r>
            <a:endParaRPr lang="ko-KR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3FDCFDF-7BB2-7AC7-2581-D855A1CA53BB}"/>
              </a:ext>
            </a:extLst>
          </p:cNvPr>
          <p:cNvSpPr txBox="1"/>
          <p:nvPr/>
        </p:nvSpPr>
        <p:spPr>
          <a:xfrm>
            <a:off x="1082675" y="1377950"/>
            <a:ext cx="46926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>
                <a:highlight>
                  <a:srgbClr val="FFFF00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Font : Arial</a:t>
            </a:r>
            <a:endParaRPr lang="ko-KR" altLang="en-US">
              <a:highlight>
                <a:srgbClr val="FFFF0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323748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260389-0286-AD07-3578-27EE8F9365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F953CD45-F358-AAAB-F74B-4F63C66E94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1489" y="527405"/>
            <a:ext cx="1425892" cy="775615"/>
          </a:xfrm>
        </p:spPr>
        <p:txBody>
          <a:bodyPr/>
          <a:lstStyle/>
          <a:p>
            <a:r>
              <a:rPr lang="en-US" altLang="ko-KR">
                <a:latin typeface="Arial" panose="020B0604020202020204" pitchFamily="34" charset="0"/>
                <a:cs typeface="Arial" panose="020B0604020202020204" pitchFamily="34" charset="0"/>
              </a:rPr>
              <a:t>Fig. 1</a:t>
            </a:r>
            <a:endParaRPr lang="ko-KR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364" name="그룹 363">
            <a:extLst>
              <a:ext uri="{FF2B5EF4-FFF2-40B4-BE49-F238E27FC236}">
                <a16:creationId xmlns:a16="http://schemas.microsoft.com/office/drawing/2014/main" id="{048D84DA-111F-864F-A4C0-E3B202373426}"/>
              </a:ext>
            </a:extLst>
          </p:cNvPr>
          <p:cNvGrpSpPr/>
          <p:nvPr/>
        </p:nvGrpSpPr>
        <p:grpSpPr>
          <a:xfrm>
            <a:off x="471489" y="5013149"/>
            <a:ext cx="3109905" cy="753255"/>
            <a:chOff x="3331940" y="3170370"/>
            <a:chExt cx="3371527" cy="816623"/>
          </a:xfrm>
        </p:grpSpPr>
        <p:sp>
          <p:nvSpPr>
            <p:cNvPr id="341" name="TextBox 340">
              <a:extLst>
                <a:ext uri="{FF2B5EF4-FFF2-40B4-BE49-F238E27FC236}">
                  <a16:creationId xmlns:a16="http://schemas.microsoft.com/office/drawing/2014/main" id="{C9C19EED-F9DE-8FF8-55E2-86BE953A543F}"/>
                </a:ext>
              </a:extLst>
            </p:cNvPr>
            <p:cNvSpPr txBox="1"/>
            <p:nvPr/>
          </p:nvSpPr>
          <p:spPr>
            <a:xfrm>
              <a:off x="3331940" y="3170370"/>
              <a:ext cx="360492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700" b="1">
                  <a:latin typeface="Arial" panose="020B0604020202020204" pitchFamily="34" charset="0"/>
                  <a:cs typeface="Arial" panose="020B0604020202020204" pitchFamily="34" charset="0"/>
                </a:rPr>
                <a:t>(e)</a:t>
              </a:r>
              <a:endParaRPr lang="ko-KR" altLang="en-US" sz="700" b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360" name="그림 359">
              <a:extLst>
                <a:ext uri="{FF2B5EF4-FFF2-40B4-BE49-F238E27FC236}">
                  <a16:creationId xmlns:a16="http://schemas.microsoft.com/office/drawing/2014/main" id="{1E79700D-8366-B1C8-6929-D2EC577A79D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b="52120"/>
            <a:stretch>
              <a:fillRect/>
            </a:stretch>
          </p:blipFill>
          <p:spPr>
            <a:xfrm>
              <a:off x="3383303" y="3430487"/>
              <a:ext cx="3320164" cy="556506"/>
            </a:xfrm>
            <a:prstGeom prst="rect">
              <a:avLst/>
            </a:prstGeom>
          </p:spPr>
        </p:pic>
      </p:grpSp>
      <p:sp>
        <p:nvSpPr>
          <p:cNvPr id="233" name="TextBox 232">
            <a:extLst>
              <a:ext uri="{FF2B5EF4-FFF2-40B4-BE49-F238E27FC236}">
                <a16:creationId xmlns:a16="http://schemas.microsoft.com/office/drawing/2014/main" id="{B5669FF4-8FE8-D49A-309F-D19A6356FB50}"/>
              </a:ext>
            </a:extLst>
          </p:cNvPr>
          <p:cNvSpPr txBox="1"/>
          <p:nvPr/>
        </p:nvSpPr>
        <p:spPr>
          <a:xfrm>
            <a:off x="1765101" y="2513031"/>
            <a:ext cx="4072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/>
              <a:t>t</a:t>
            </a:r>
            <a:r>
              <a:rPr lang="en-US" altLang="ko-KR" sz="800" baseline="-25000"/>
              <a:t>TOX</a:t>
            </a:r>
            <a:endParaRPr lang="ko-KR" altLang="en-US" sz="800" baseline="-25000"/>
          </a:p>
        </p:txBody>
      </p:sp>
      <p:cxnSp>
        <p:nvCxnSpPr>
          <p:cNvPr id="287" name="직선 화살표 연결선 286">
            <a:extLst>
              <a:ext uri="{FF2B5EF4-FFF2-40B4-BE49-F238E27FC236}">
                <a16:creationId xmlns:a16="http://schemas.microsoft.com/office/drawing/2014/main" id="{23AE9215-3390-736E-3B2A-0DF99148D69E}"/>
              </a:ext>
            </a:extLst>
          </p:cNvPr>
          <p:cNvCxnSpPr>
            <a:cxnSpLocks/>
          </p:cNvCxnSpPr>
          <p:nvPr/>
        </p:nvCxnSpPr>
        <p:spPr>
          <a:xfrm>
            <a:off x="1820513" y="2695017"/>
            <a:ext cx="305152" cy="0"/>
          </a:xfrm>
          <a:prstGeom prst="straightConnector1">
            <a:avLst/>
          </a:prstGeom>
          <a:ln w="9525">
            <a:solidFill>
              <a:schemeClr val="tx1"/>
            </a:solidFill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1" name="직선 화살표 연결선 290">
            <a:extLst>
              <a:ext uri="{FF2B5EF4-FFF2-40B4-BE49-F238E27FC236}">
                <a16:creationId xmlns:a16="http://schemas.microsoft.com/office/drawing/2014/main" id="{62A9125C-86CA-D44C-8A8D-45A950A35A69}"/>
              </a:ext>
            </a:extLst>
          </p:cNvPr>
          <p:cNvCxnSpPr>
            <a:cxnSpLocks/>
          </p:cNvCxnSpPr>
          <p:nvPr/>
        </p:nvCxnSpPr>
        <p:spPr>
          <a:xfrm>
            <a:off x="2890246" y="2695017"/>
            <a:ext cx="347424" cy="0"/>
          </a:xfrm>
          <a:prstGeom prst="straightConnector1">
            <a:avLst/>
          </a:prstGeom>
          <a:ln w="9525">
            <a:solidFill>
              <a:schemeClr val="tx1"/>
            </a:solidFill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6" name="직선 연결선 295">
            <a:extLst>
              <a:ext uri="{FF2B5EF4-FFF2-40B4-BE49-F238E27FC236}">
                <a16:creationId xmlns:a16="http://schemas.microsoft.com/office/drawing/2014/main" id="{7C914B9B-D90D-89E7-DD21-65FB665DFE9C}"/>
              </a:ext>
            </a:extLst>
          </p:cNvPr>
          <p:cNvCxnSpPr>
            <a:cxnSpLocks/>
          </p:cNvCxnSpPr>
          <p:nvPr/>
        </p:nvCxnSpPr>
        <p:spPr>
          <a:xfrm>
            <a:off x="1815602" y="2505600"/>
            <a:ext cx="0" cy="490013"/>
          </a:xfrm>
          <a:prstGeom prst="line">
            <a:avLst/>
          </a:prstGeom>
          <a:ln w="6350"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2" name="직선 연결선 301">
            <a:extLst>
              <a:ext uri="{FF2B5EF4-FFF2-40B4-BE49-F238E27FC236}">
                <a16:creationId xmlns:a16="http://schemas.microsoft.com/office/drawing/2014/main" id="{25614B1E-D924-FF59-2058-CE44C3AB085C}"/>
              </a:ext>
            </a:extLst>
          </p:cNvPr>
          <p:cNvCxnSpPr>
            <a:cxnSpLocks/>
          </p:cNvCxnSpPr>
          <p:nvPr/>
        </p:nvCxnSpPr>
        <p:spPr>
          <a:xfrm>
            <a:off x="3237670" y="2543350"/>
            <a:ext cx="0" cy="490013"/>
          </a:xfrm>
          <a:prstGeom prst="line">
            <a:avLst/>
          </a:prstGeom>
          <a:ln w="6350"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6" name="TextBox 305">
            <a:extLst>
              <a:ext uri="{FF2B5EF4-FFF2-40B4-BE49-F238E27FC236}">
                <a16:creationId xmlns:a16="http://schemas.microsoft.com/office/drawing/2014/main" id="{D4200685-AE27-08CE-461E-792236B2B752}"/>
              </a:ext>
            </a:extLst>
          </p:cNvPr>
          <p:cNvSpPr txBox="1"/>
          <p:nvPr/>
        </p:nvSpPr>
        <p:spPr>
          <a:xfrm>
            <a:off x="2860309" y="2513031"/>
            <a:ext cx="4072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/>
              <a:t>t</a:t>
            </a:r>
            <a:r>
              <a:rPr lang="en-US" altLang="ko-KR" sz="800" baseline="-25000"/>
              <a:t>BOX</a:t>
            </a:r>
            <a:endParaRPr lang="ko-KR" altLang="en-US" sz="800" baseline="-25000"/>
          </a:p>
        </p:txBody>
      </p:sp>
      <p:cxnSp>
        <p:nvCxnSpPr>
          <p:cNvPr id="154" name="직선 연결선 153">
            <a:extLst>
              <a:ext uri="{FF2B5EF4-FFF2-40B4-BE49-F238E27FC236}">
                <a16:creationId xmlns:a16="http://schemas.microsoft.com/office/drawing/2014/main" id="{D67A80BB-2E99-FC41-02B9-16A6177891F9}"/>
              </a:ext>
            </a:extLst>
          </p:cNvPr>
          <p:cNvCxnSpPr>
            <a:cxnSpLocks/>
          </p:cNvCxnSpPr>
          <p:nvPr/>
        </p:nvCxnSpPr>
        <p:spPr>
          <a:xfrm flipV="1">
            <a:off x="1337549" y="3541573"/>
            <a:ext cx="0" cy="324000"/>
          </a:xfrm>
          <a:prstGeom prst="line">
            <a:avLst/>
          </a:prstGeom>
          <a:ln w="3175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7" name="직선 연결선 156">
            <a:extLst>
              <a:ext uri="{FF2B5EF4-FFF2-40B4-BE49-F238E27FC236}">
                <a16:creationId xmlns:a16="http://schemas.microsoft.com/office/drawing/2014/main" id="{02602C43-FB43-09F7-BD28-1BEB6E8FA1AD}"/>
              </a:ext>
            </a:extLst>
          </p:cNvPr>
          <p:cNvCxnSpPr>
            <a:cxnSpLocks/>
          </p:cNvCxnSpPr>
          <p:nvPr/>
        </p:nvCxnSpPr>
        <p:spPr>
          <a:xfrm flipV="1">
            <a:off x="1801101" y="3541573"/>
            <a:ext cx="0" cy="254211"/>
          </a:xfrm>
          <a:prstGeom prst="line">
            <a:avLst/>
          </a:prstGeom>
          <a:ln w="3175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직선 연결선 157">
            <a:extLst>
              <a:ext uri="{FF2B5EF4-FFF2-40B4-BE49-F238E27FC236}">
                <a16:creationId xmlns:a16="http://schemas.microsoft.com/office/drawing/2014/main" id="{539F069C-82D8-6B60-A6EB-BDFD9D19A238}"/>
              </a:ext>
            </a:extLst>
          </p:cNvPr>
          <p:cNvCxnSpPr>
            <a:cxnSpLocks/>
          </p:cNvCxnSpPr>
          <p:nvPr/>
        </p:nvCxnSpPr>
        <p:spPr>
          <a:xfrm flipV="1">
            <a:off x="1989294" y="3541573"/>
            <a:ext cx="0" cy="254211"/>
          </a:xfrm>
          <a:prstGeom prst="line">
            <a:avLst/>
          </a:prstGeom>
          <a:ln w="3175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9" name="직선 연결선 158">
            <a:extLst>
              <a:ext uri="{FF2B5EF4-FFF2-40B4-BE49-F238E27FC236}">
                <a16:creationId xmlns:a16="http://schemas.microsoft.com/office/drawing/2014/main" id="{3BA686A7-CBED-C21F-DF8F-1E0FB8102328}"/>
              </a:ext>
            </a:extLst>
          </p:cNvPr>
          <p:cNvCxnSpPr>
            <a:cxnSpLocks/>
          </p:cNvCxnSpPr>
          <p:nvPr/>
        </p:nvCxnSpPr>
        <p:spPr>
          <a:xfrm flipV="1">
            <a:off x="2177487" y="3541573"/>
            <a:ext cx="0" cy="254211"/>
          </a:xfrm>
          <a:prstGeom prst="line">
            <a:avLst/>
          </a:prstGeom>
          <a:ln w="3175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직선 연결선 159">
            <a:extLst>
              <a:ext uri="{FF2B5EF4-FFF2-40B4-BE49-F238E27FC236}">
                <a16:creationId xmlns:a16="http://schemas.microsoft.com/office/drawing/2014/main" id="{E7FE8A5C-7405-C7D8-A2E1-842B02F6DD44}"/>
              </a:ext>
            </a:extLst>
          </p:cNvPr>
          <p:cNvCxnSpPr>
            <a:cxnSpLocks/>
          </p:cNvCxnSpPr>
          <p:nvPr/>
        </p:nvCxnSpPr>
        <p:spPr>
          <a:xfrm flipV="1">
            <a:off x="2365681" y="3541573"/>
            <a:ext cx="0" cy="254211"/>
          </a:xfrm>
          <a:prstGeom prst="line">
            <a:avLst/>
          </a:prstGeom>
          <a:ln w="3175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1" name="직선 연결선 160">
            <a:extLst>
              <a:ext uri="{FF2B5EF4-FFF2-40B4-BE49-F238E27FC236}">
                <a16:creationId xmlns:a16="http://schemas.microsoft.com/office/drawing/2014/main" id="{A39757E9-04D2-2A2B-887E-4824C9160A6F}"/>
              </a:ext>
            </a:extLst>
          </p:cNvPr>
          <p:cNvCxnSpPr>
            <a:cxnSpLocks/>
          </p:cNvCxnSpPr>
          <p:nvPr/>
        </p:nvCxnSpPr>
        <p:spPr>
          <a:xfrm flipV="1">
            <a:off x="2729748" y="3541573"/>
            <a:ext cx="0" cy="254211"/>
          </a:xfrm>
          <a:prstGeom prst="line">
            <a:avLst/>
          </a:prstGeom>
          <a:ln w="3175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2" name="직선 연결선 161">
            <a:extLst>
              <a:ext uri="{FF2B5EF4-FFF2-40B4-BE49-F238E27FC236}">
                <a16:creationId xmlns:a16="http://schemas.microsoft.com/office/drawing/2014/main" id="{DFFC7784-EBB0-A292-9F08-EC02DB24BC5D}"/>
              </a:ext>
            </a:extLst>
          </p:cNvPr>
          <p:cNvCxnSpPr>
            <a:cxnSpLocks/>
          </p:cNvCxnSpPr>
          <p:nvPr/>
        </p:nvCxnSpPr>
        <p:spPr>
          <a:xfrm flipV="1">
            <a:off x="2917200" y="3541573"/>
            <a:ext cx="0" cy="254211"/>
          </a:xfrm>
          <a:prstGeom prst="line">
            <a:avLst/>
          </a:prstGeom>
          <a:ln w="3175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직선 연결선 163">
            <a:extLst>
              <a:ext uri="{FF2B5EF4-FFF2-40B4-BE49-F238E27FC236}">
                <a16:creationId xmlns:a16="http://schemas.microsoft.com/office/drawing/2014/main" id="{0DA502E0-853D-BDF0-C22C-3F0D34EAC853}"/>
              </a:ext>
            </a:extLst>
          </p:cNvPr>
          <p:cNvCxnSpPr>
            <a:cxnSpLocks/>
          </p:cNvCxnSpPr>
          <p:nvPr/>
        </p:nvCxnSpPr>
        <p:spPr>
          <a:xfrm flipV="1">
            <a:off x="3428592" y="3541573"/>
            <a:ext cx="0" cy="324000"/>
          </a:xfrm>
          <a:prstGeom prst="line">
            <a:avLst/>
          </a:prstGeom>
          <a:ln w="3175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8" name="직선 연결선 167">
            <a:extLst>
              <a:ext uri="{FF2B5EF4-FFF2-40B4-BE49-F238E27FC236}">
                <a16:creationId xmlns:a16="http://schemas.microsoft.com/office/drawing/2014/main" id="{1C924ED3-52C1-9B10-C93E-A832CD3F03F7}"/>
              </a:ext>
            </a:extLst>
          </p:cNvPr>
          <p:cNvCxnSpPr>
            <a:cxnSpLocks/>
          </p:cNvCxnSpPr>
          <p:nvPr/>
        </p:nvCxnSpPr>
        <p:spPr>
          <a:xfrm>
            <a:off x="1337549" y="3795784"/>
            <a:ext cx="207413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75" name="그룹 174">
            <a:extLst>
              <a:ext uri="{FF2B5EF4-FFF2-40B4-BE49-F238E27FC236}">
                <a16:creationId xmlns:a16="http://schemas.microsoft.com/office/drawing/2014/main" id="{0A3913FC-2799-DF40-643E-145B3A1E6088}"/>
              </a:ext>
            </a:extLst>
          </p:cNvPr>
          <p:cNvGrpSpPr/>
          <p:nvPr/>
        </p:nvGrpSpPr>
        <p:grpSpPr>
          <a:xfrm>
            <a:off x="1544962" y="3716850"/>
            <a:ext cx="48725" cy="157867"/>
            <a:chOff x="1663538" y="2271752"/>
            <a:chExt cx="33334" cy="233443"/>
          </a:xfrm>
        </p:grpSpPr>
        <p:cxnSp>
          <p:nvCxnSpPr>
            <p:cNvPr id="169" name="직선 연결선 168">
              <a:extLst>
                <a:ext uri="{FF2B5EF4-FFF2-40B4-BE49-F238E27FC236}">
                  <a16:creationId xmlns:a16="http://schemas.microsoft.com/office/drawing/2014/main" id="{858DDD00-D605-7EFC-46E6-EF72066FD00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96872" y="2271752"/>
              <a:ext cx="0" cy="233443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1" name="직선 연결선 170">
              <a:extLst>
                <a:ext uri="{FF2B5EF4-FFF2-40B4-BE49-F238E27FC236}">
                  <a16:creationId xmlns:a16="http://schemas.microsoft.com/office/drawing/2014/main" id="{5778B8AA-CC7C-8172-0A96-141FBEA2761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63538" y="2271752"/>
              <a:ext cx="0" cy="233443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72" name="직선 연결선 171">
            <a:extLst>
              <a:ext uri="{FF2B5EF4-FFF2-40B4-BE49-F238E27FC236}">
                <a16:creationId xmlns:a16="http://schemas.microsoft.com/office/drawing/2014/main" id="{D0111D35-C58D-DDD8-F39C-49B16F239927}"/>
              </a:ext>
            </a:extLst>
          </p:cNvPr>
          <p:cNvCxnSpPr>
            <a:cxnSpLocks/>
          </p:cNvCxnSpPr>
          <p:nvPr/>
        </p:nvCxnSpPr>
        <p:spPr>
          <a:xfrm>
            <a:off x="1593687" y="3795784"/>
            <a:ext cx="207413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76" name="그룹 175">
            <a:extLst>
              <a:ext uri="{FF2B5EF4-FFF2-40B4-BE49-F238E27FC236}">
                <a16:creationId xmlns:a16="http://schemas.microsoft.com/office/drawing/2014/main" id="{B5FCB9B3-5F28-0904-7DEF-7567524B71CD}"/>
              </a:ext>
            </a:extLst>
          </p:cNvPr>
          <p:cNvGrpSpPr/>
          <p:nvPr/>
        </p:nvGrpSpPr>
        <p:grpSpPr>
          <a:xfrm>
            <a:off x="1871812" y="3717061"/>
            <a:ext cx="48725" cy="157867"/>
            <a:chOff x="1663538" y="2271752"/>
            <a:chExt cx="33334" cy="233443"/>
          </a:xfrm>
        </p:grpSpPr>
        <p:cxnSp>
          <p:nvCxnSpPr>
            <p:cNvPr id="177" name="직선 연결선 176">
              <a:extLst>
                <a:ext uri="{FF2B5EF4-FFF2-40B4-BE49-F238E27FC236}">
                  <a16:creationId xmlns:a16="http://schemas.microsoft.com/office/drawing/2014/main" id="{362F527A-BC4A-A4E6-3C99-5FB92F08119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96872" y="2271752"/>
              <a:ext cx="0" cy="233443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8" name="직선 연결선 177">
              <a:extLst>
                <a:ext uri="{FF2B5EF4-FFF2-40B4-BE49-F238E27FC236}">
                  <a16:creationId xmlns:a16="http://schemas.microsoft.com/office/drawing/2014/main" id="{7F58D7F2-0566-7828-063D-FC20312258E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63538" y="2271752"/>
              <a:ext cx="0" cy="233443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95" name="직선 연결선 194">
            <a:extLst>
              <a:ext uri="{FF2B5EF4-FFF2-40B4-BE49-F238E27FC236}">
                <a16:creationId xmlns:a16="http://schemas.microsoft.com/office/drawing/2014/main" id="{99E4E3C9-4EC7-8A68-BA8D-035390FE2A42}"/>
              </a:ext>
            </a:extLst>
          </p:cNvPr>
          <p:cNvCxnSpPr>
            <a:cxnSpLocks/>
          </p:cNvCxnSpPr>
          <p:nvPr/>
        </p:nvCxnSpPr>
        <p:spPr>
          <a:xfrm>
            <a:off x="1803055" y="3795994"/>
            <a:ext cx="73671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6" name="직선 연결선 245">
            <a:extLst>
              <a:ext uri="{FF2B5EF4-FFF2-40B4-BE49-F238E27FC236}">
                <a16:creationId xmlns:a16="http://schemas.microsoft.com/office/drawing/2014/main" id="{687F3EF2-B2EA-3585-3079-EF014F25C81A}"/>
              </a:ext>
            </a:extLst>
          </p:cNvPr>
          <p:cNvCxnSpPr>
            <a:cxnSpLocks/>
          </p:cNvCxnSpPr>
          <p:nvPr/>
        </p:nvCxnSpPr>
        <p:spPr>
          <a:xfrm>
            <a:off x="1921755" y="3795994"/>
            <a:ext cx="73671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47" name="그룹 246">
            <a:extLst>
              <a:ext uri="{FF2B5EF4-FFF2-40B4-BE49-F238E27FC236}">
                <a16:creationId xmlns:a16="http://schemas.microsoft.com/office/drawing/2014/main" id="{4A544A87-3205-09C1-F8AE-AEA619BB1D31}"/>
              </a:ext>
            </a:extLst>
          </p:cNvPr>
          <p:cNvGrpSpPr/>
          <p:nvPr/>
        </p:nvGrpSpPr>
        <p:grpSpPr>
          <a:xfrm>
            <a:off x="2060015" y="3717061"/>
            <a:ext cx="48725" cy="157867"/>
            <a:chOff x="1663538" y="2271752"/>
            <a:chExt cx="33334" cy="233443"/>
          </a:xfrm>
        </p:grpSpPr>
        <p:cxnSp>
          <p:nvCxnSpPr>
            <p:cNvPr id="248" name="직선 연결선 247">
              <a:extLst>
                <a:ext uri="{FF2B5EF4-FFF2-40B4-BE49-F238E27FC236}">
                  <a16:creationId xmlns:a16="http://schemas.microsoft.com/office/drawing/2014/main" id="{6A40951E-B7F6-245F-0095-03DA7093DF5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96872" y="2271752"/>
              <a:ext cx="0" cy="233443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9" name="직선 연결선 248">
              <a:extLst>
                <a:ext uri="{FF2B5EF4-FFF2-40B4-BE49-F238E27FC236}">
                  <a16:creationId xmlns:a16="http://schemas.microsoft.com/office/drawing/2014/main" id="{9AF25614-9FC7-A69E-12FD-804B40816BF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63538" y="2271752"/>
              <a:ext cx="0" cy="233443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50" name="직선 연결선 249">
            <a:extLst>
              <a:ext uri="{FF2B5EF4-FFF2-40B4-BE49-F238E27FC236}">
                <a16:creationId xmlns:a16="http://schemas.microsoft.com/office/drawing/2014/main" id="{C8866682-3C5D-50B8-F0D4-D9EF27302C7A}"/>
              </a:ext>
            </a:extLst>
          </p:cNvPr>
          <p:cNvCxnSpPr>
            <a:cxnSpLocks/>
          </p:cNvCxnSpPr>
          <p:nvPr/>
        </p:nvCxnSpPr>
        <p:spPr>
          <a:xfrm>
            <a:off x="1991258" y="3795994"/>
            <a:ext cx="73671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1" name="직선 연결선 250">
            <a:extLst>
              <a:ext uri="{FF2B5EF4-FFF2-40B4-BE49-F238E27FC236}">
                <a16:creationId xmlns:a16="http://schemas.microsoft.com/office/drawing/2014/main" id="{5E00658A-953C-0160-C206-00DE5ED16770}"/>
              </a:ext>
            </a:extLst>
          </p:cNvPr>
          <p:cNvCxnSpPr>
            <a:cxnSpLocks/>
          </p:cNvCxnSpPr>
          <p:nvPr/>
        </p:nvCxnSpPr>
        <p:spPr>
          <a:xfrm>
            <a:off x="2109958" y="3795994"/>
            <a:ext cx="73671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52" name="그룹 251">
            <a:extLst>
              <a:ext uri="{FF2B5EF4-FFF2-40B4-BE49-F238E27FC236}">
                <a16:creationId xmlns:a16="http://schemas.microsoft.com/office/drawing/2014/main" id="{425BA2C3-A01B-4E7E-A412-BF54DB4C1EDB}"/>
              </a:ext>
            </a:extLst>
          </p:cNvPr>
          <p:cNvGrpSpPr/>
          <p:nvPr/>
        </p:nvGrpSpPr>
        <p:grpSpPr>
          <a:xfrm>
            <a:off x="2247889" y="3717061"/>
            <a:ext cx="48725" cy="157867"/>
            <a:chOff x="1663538" y="2271752"/>
            <a:chExt cx="33334" cy="233443"/>
          </a:xfrm>
        </p:grpSpPr>
        <p:cxnSp>
          <p:nvCxnSpPr>
            <p:cNvPr id="253" name="직선 연결선 252">
              <a:extLst>
                <a:ext uri="{FF2B5EF4-FFF2-40B4-BE49-F238E27FC236}">
                  <a16:creationId xmlns:a16="http://schemas.microsoft.com/office/drawing/2014/main" id="{C2CCB0DC-8B46-BF45-4F21-09C19B6D79C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96872" y="2271752"/>
              <a:ext cx="0" cy="233443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4" name="직선 연결선 253">
              <a:extLst>
                <a:ext uri="{FF2B5EF4-FFF2-40B4-BE49-F238E27FC236}">
                  <a16:creationId xmlns:a16="http://schemas.microsoft.com/office/drawing/2014/main" id="{5D7A4370-623E-FF90-FDBF-4CC524FDA02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63538" y="2271752"/>
              <a:ext cx="0" cy="233443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55" name="직선 연결선 254">
            <a:extLst>
              <a:ext uri="{FF2B5EF4-FFF2-40B4-BE49-F238E27FC236}">
                <a16:creationId xmlns:a16="http://schemas.microsoft.com/office/drawing/2014/main" id="{8534D837-797C-8F5C-BEFD-59BC16A62EBC}"/>
              </a:ext>
            </a:extLst>
          </p:cNvPr>
          <p:cNvCxnSpPr>
            <a:cxnSpLocks/>
          </p:cNvCxnSpPr>
          <p:nvPr/>
        </p:nvCxnSpPr>
        <p:spPr>
          <a:xfrm>
            <a:off x="2179133" y="3795994"/>
            <a:ext cx="73671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6" name="직선 연결선 255">
            <a:extLst>
              <a:ext uri="{FF2B5EF4-FFF2-40B4-BE49-F238E27FC236}">
                <a16:creationId xmlns:a16="http://schemas.microsoft.com/office/drawing/2014/main" id="{AC82A5C7-EBE0-2060-48EE-EC76C4F16691}"/>
              </a:ext>
            </a:extLst>
          </p:cNvPr>
          <p:cNvCxnSpPr>
            <a:cxnSpLocks/>
          </p:cNvCxnSpPr>
          <p:nvPr/>
        </p:nvCxnSpPr>
        <p:spPr>
          <a:xfrm>
            <a:off x="2297832" y="3795994"/>
            <a:ext cx="73671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57" name="그룹 256">
            <a:extLst>
              <a:ext uri="{FF2B5EF4-FFF2-40B4-BE49-F238E27FC236}">
                <a16:creationId xmlns:a16="http://schemas.microsoft.com/office/drawing/2014/main" id="{9AFD18F3-FEA4-CA0F-FD40-B6CD95EB3938}"/>
              </a:ext>
            </a:extLst>
          </p:cNvPr>
          <p:cNvGrpSpPr/>
          <p:nvPr/>
        </p:nvGrpSpPr>
        <p:grpSpPr>
          <a:xfrm>
            <a:off x="2797823" y="3717061"/>
            <a:ext cx="48725" cy="157867"/>
            <a:chOff x="1663538" y="2271752"/>
            <a:chExt cx="33334" cy="233443"/>
          </a:xfrm>
        </p:grpSpPr>
        <p:cxnSp>
          <p:nvCxnSpPr>
            <p:cNvPr id="258" name="직선 연결선 257">
              <a:extLst>
                <a:ext uri="{FF2B5EF4-FFF2-40B4-BE49-F238E27FC236}">
                  <a16:creationId xmlns:a16="http://schemas.microsoft.com/office/drawing/2014/main" id="{F0D87BAA-F0D6-61C5-E6DA-BF4F1BBE0A0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96872" y="2271752"/>
              <a:ext cx="0" cy="233443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9" name="직선 연결선 258">
              <a:extLst>
                <a:ext uri="{FF2B5EF4-FFF2-40B4-BE49-F238E27FC236}">
                  <a16:creationId xmlns:a16="http://schemas.microsoft.com/office/drawing/2014/main" id="{774643FC-B05F-6DE7-20ED-E432BDBF488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63538" y="2271752"/>
              <a:ext cx="0" cy="233443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60" name="직선 연결선 259">
            <a:extLst>
              <a:ext uri="{FF2B5EF4-FFF2-40B4-BE49-F238E27FC236}">
                <a16:creationId xmlns:a16="http://schemas.microsoft.com/office/drawing/2014/main" id="{9FD70977-9E28-7E45-6745-8D3D990AA4B1}"/>
              </a:ext>
            </a:extLst>
          </p:cNvPr>
          <p:cNvCxnSpPr>
            <a:cxnSpLocks/>
          </p:cNvCxnSpPr>
          <p:nvPr/>
        </p:nvCxnSpPr>
        <p:spPr>
          <a:xfrm>
            <a:off x="2729067" y="3795994"/>
            <a:ext cx="73671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1" name="직선 연결선 260">
            <a:extLst>
              <a:ext uri="{FF2B5EF4-FFF2-40B4-BE49-F238E27FC236}">
                <a16:creationId xmlns:a16="http://schemas.microsoft.com/office/drawing/2014/main" id="{BCA3FA44-42BB-CC4C-D231-5A3E629FB4B0}"/>
              </a:ext>
            </a:extLst>
          </p:cNvPr>
          <p:cNvCxnSpPr>
            <a:cxnSpLocks/>
          </p:cNvCxnSpPr>
          <p:nvPr/>
        </p:nvCxnSpPr>
        <p:spPr>
          <a:xfrm>
            <a:off x="2847766" y="3795994"/>
            <a:ext cx="73671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2" name="직선 연결선 261">
            <a:extLst>
              <a:ext uri="{FF2B5EF4-FFF2-40B4-BE49-F238E27FC236}">
                <a16:creationId xmlns:a16="http://schemas.microsoft.com/office/drawing/2014/main" id="{5D43958B-87C9-AF13-EEF7-2233644EA7E5}"/>
              </a:ext>
            </a:extLst>
          </p:cNvPr>
          <p:cNvCxnSpPr>
            <a:cxnSpLocks/>
          </p:cNvCxnSpPr>
          <p:nvPr/>
        </p:nvCxnSpPr>
        <p:spPr>
          <a:xfrm>
            <a:off x="2914247" y="3795784"/>
            <a:ext cx="239728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63" name="그룹 262">
            <a:extLst>
              <a:ext uri="{FF2B5EF4-FFF2-40B4-BE49-F238E27FC236}">
                <a16:creationId xmlns:a16="http://schemas.microsoft.com/office/drawing/2014/main" id="{6896CF18-8A5A-6738-8E9A-1CBCD8003BAC}"/>
              </a:ext>
            </a:extLst>
          </p:cNvPr>
          <p:cNvGrpSpPr/>
          <p:nvPr/>
        </p:nvGrpSpPr>
        <p:grpSpPr>
          <a:xfrm>
            <a:off x="3148534" y="3716850"/>
            <a:ext cx="48725" cy="157867"/>
            <a:chOff x="1663538" y="2271752"/>
            <a:chExt cx="33334" cy="233443"/>
          </a:xfrm>
        </p:grpSpPr>
        <p:cxnSp>
          <p:nvCxnSpPr>
            <p:cNvPr id="264" name="직선 연결선 263">
              <a:extLst>
                <a:ext uri="{FF2B5EF4-FFF2-40B4-BE49-F238E27FC236}">
                  <a16:creationId xmlns:a16="http://schemas.microsoft.com/office/drawing/2014/main" id="{7D51F7CB-EA73-CCC4-F8A6-E04C12F4EC2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96872" y="2271752"/>
              <a:ext cx="0" cy="233443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5" name="직선 연결선 264">
              <a:extLst>
                <a:ext uri="{FF2B5EF4-FFF2-40B4-BE49-F238E27FC236}">
                  <a16:creationId xmlns:a16="http://schemas.microsoft.com/office/drawing/2014/main" id="{60DFA192-098F-993E-6771-97A968195E4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63538" y="2271752"/>
              <a:ext cx="0" cy="233443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68" name="직선 연결선 267">
            <a:extLst>
              <a:ext uri="{FF2B5EF4-FFF2-40B4-BE49-F238E27FC236}">
                <a16:creationId xmlns:a16="http://schemas.microsoft.com/office/drawing/2014/main" id="{4F4D09EC-9032-3E8E-4177-1A0DCEFC2693}"/>
              </a:ext>
            </a:extLst>
          </p:cNvPr>
          <p:cNvCxnSpPr>
            <a:cxnSpLocks/>
          </p:cNvCxnSpPr>
          <p:nvPr/>
        </p:nvCxnSpPr>
        <p:spPr>
          <a:xfrm>
            <a:off x="3197462" y="3795784"/>
            <a:ext cx="231538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69" name="TextBox 268">
                <a:extLst>
                  <a:ext uri="{FF2B5EF4-FFF2-40B4-BE49-F238E27FC236}">
                    <a16:creationId xmlns:a16="http://schemas.microsoft.com/office/drawing/2014/main" id="{46D2977F-4FCD-5CD6-3D37-75749140FE2C}"/>
                  </a:ext>
                </a:extLst>
              </p:cNvPr>
              <p:cNvSpPr txBox="1"/>
              <p:nvPr/>
            </p:nvSpPr>
            <p:spPr>
              <a:xfrm>
                <a:off x="1405166" y="3529889"/>
                <a:ext cx="343599" cy="17995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8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800" b="1" i="0" smtClean="0">
                              <a:latin typeface="Cambria Math" panose="02040503050406030204" pitchFamily="18" charset="0"/>
                            </a:rPr>
                            <m:t>𝐂</m:t>
                          </m:r>
                        </m:e>
                        <m:sub>
                          <m:r>
                            <a:rPr lang="en-US" altLang="ko-KR" sz="800" b="1" i="0" smtClean="0">
                              <a:latin typeface="Cambria Math" panose="02040503050406030204" pitchFamily="18" charset="0"/>
                            </a:rPr>
                            <m:t>𝐓𝐎𝐗</m:t>
                          </m:r>
                        </m:sub>
                      </m:sSub>
                    </m:oMath>
                  </m:oMathPara>
                </a14:m>
                <a:endParaRPr lang="ko-KR" altLang="en-US" sz="800" b="1"/>
              </a:p>
            </p:txBody>
          </p:sp>
        </mc:Choice>
        <mc:Fallback>
          <p:sp>
            <p:nvSpPr>
              <p:cNvPr id="269" name="TextBox 268">
                <a:extLst>
                  <a:ext uri="{FF2B5EF4-FFF2-40B4-BE49-F238E27FC236}">
                    <a16:creationId xmlns:a16="http://schemas.microsoft.com/office/drawing/2014/main" id="{46D2977F-4FCD-5CD6-3D37-75749140FE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05166" y="3529889"/>
                <a:ext cx="343599" cy="17995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70" name="TextBox 269">
                <a:extLst>
                  <a:ext uri="{FF2B5EF4-FFF2-40B4-BE49-F238E27FC236}">
                    <a16:creationId xmlns:a16="http://schemas.microsoft.com/office/drawing/2014/main" id="{71B450CB-DEBE-66D1-1FF6-F4B71B3E0EFB}"/>
                  </a:ext>
                </a:extLst>
              </p:cNvPr>
              <p:cNvSpPr txBox="1"/>
              <p:nvPr/>
            </p:nvSpPr>
            <p:spPr>
              <a:xfrm>
                <a:off x="1814163" y="3529889"/>
                <a:ext cx="191295" cy="17995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8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800" b="1" i="0" smtClean="0">
                              <a:latin typeface="Cambria Math" panose="02040503050406030204" pitchFamily="18" charset="0"/>
                            </a:rPr>
                            <m:t>𝐂</m:t>
                          </m:r>
                        </m:e>
                        <m:sub>
                          <m:r>
                            <a:rPr lang="en-US" altLang="ko-KR" sz="800" b="1" i="0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</m:oMath>
                  </m:oMathPara>
                </a14:m>
                <a:endParaRPr lang="ko-KR" altLang="en-US" sz="800" b="1"/>
              </a:p>
            </p:txBody>
          </p:sp>
        </mc:Choice>
        <mc:Fallback>
          <p:sp>
            <p:nvSpPr>
              <p:cNvPr id="270" name="TextBox 269">
                <a:extLst>
                  <a:ext uri="{FF2B5EF4-FFF2-40B4-BE49-F238E27FC236}">
                    <a16:creationId xmlns:a16="http://schemas.microsoft.com/office/drawing/2014/main" id="{71B450CB-DEBE-66D1-1FF6-F4B71B3E0E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14163" y="3529889"/>
                <a:ext cx="191295" cy="179955"/>
              </a:xfrm>
              <a:prstGeom prst="rect">
                <a:avLst/>
              </a:prstGeom>
              <a:blipFill>
                <a:blip r:embed="rId4"/>
                <a:stretch>
                  <a:fillRect l="-322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71" name="TextBox 270">
                <a:extLst>
                  <a:ext uri="{FF2B5EF4-FFF2-40B4-BE49-F238E27FC236}">
                    <a16:creationId xmlns:a16="http://schemas.microsoft.com/office/drawing/2014/main" id="{C979B03C-CE83-5E47-37F8-A94D75DFCDF3}"/>
                  </a:ext>
                </a:extLst>
              </p:cNvPr>
              <p:cNvSpPr txBox="1"/>
              <p:nvPr/>
            </p:nvSpPr>
            <p:spPr>
              <a:xfrm>
                <a:off x="2009004" y="3529889"/>
                <a:ext cx="191295" cy="17995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8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800" b="1" i="0" smtClean="0">
                              <a:latin typeface="Cambria Math" panose="02040503050406030204" pitchFamily="18" charset="0"/>
                            </a:rPr>
                            <m:t>𝐂</m:t>
                          </m:r>
                        </m:e>
                        <m:sub>
                          <m:r>
                            <a:rPr lang="en-US" altLang="ko-KR" sz="800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</m:oMath>
                  </m:oMathPara>
                </a14:m>
                <a:endParaRPr lang="ko-KR" altLang="en-US" sz="800" b="1"/>
              </a:p>
            </p:txBody>
          </p:sp>
        </mc:Choice>
        <mc:Fallback>
          <p:sp>
            <p:nvSpPr>
              <p:cNvPr id="271" name="TextBox 270">
                <a:extLst>
                  <a:ext uri="{FF2B5EF4-FFF2-40B4-BE49-F238E27FC236}">
                    <a16:creationId xmlns:a16="http://schemas.microsoft.com/office/drawing/2014/main" id="{C979B03C-CE83-5E47-37F8-A94D75DFCD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09004" y="3529889"/>
                <a:ext cx="191295" cy="179955"/>
              </a:xfrm>
              <a:prstGeom prst="rect">
                <a:avLst/>
              </a:prstGeom>
              <a:blipFill>
                <a:blip r:embed="rId5"/>
                <a:stretch>
                  <a:fillRect l="-322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72" name="TextBox 271">
                <a:extLst>
                  <a:ext uri="{FF2B5EF4-FFF2-40B4-BE49-F238E27FC236}">
                    <a16:creationId xmlns:a16="http://schemas.microsoft.com/office/drawing/2014/main" id="{FEB51AC4-52D3-8E0A-7C3D-5338A1592303}"/>
                  </a:ext>
                </a:extLst>
              </p:cNvPr>
              <p:cNvSpPr txBox="1"/>
              <p:nvPr/>
            </p:nvSpPr>
            <p:spPr>
              <a:xfrm>
                <a:off x="2196454" y="3529889"/>
                <a:ext cx="191295" cy="17995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8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800" b="1" i="0" smtClean="0">
                              <a:latin typeface="Cambria Math" panose="02040503050406030204" pitchFamily="18" charset="0"/>
                            </a:rPr>
                            <m:t>𝐂</m:t>
                          </m:r>
                        </m:e>
                        <m:sub>
                          <m:r>
                            <a:rPr lang="en-US" altLang="ko-KR" sz="800" b="1" i="1" smtClean="0">
                              <a:latin typeface="Cambria Math" panose="02040503050406030204" pitchFamily="18" charset="0"/>
                            </a:rPr>
                            <m:t>𝟑</m:t>
                          </m:r>
                        </m:sub>
                      </m:sSub>
                    </m:oMath>
                  </m:oMathPara>
                </a14:m>
                <a:endParaRPr lang="ko-KR" altLang="en-US" sz="800" b="1"/>
              </a:p>
            </p:txBody>
          </p:sp>
        </mc:Choice>
        <mc:Fallback>
          <p:sp>
            <p:nvSpPr>
              <p:cNvPr id="272" name="TextBox 271">
                <a:extLst>
                  <a:ext uri="{FF2B5EF4-FFF2-40B4-BE49-F238E27FC236}">
                    <a16:creationId xmlns:a16="http://schemas.microsoft.com/office/drawing/2014/main" id="{FEB51AC4-52D3-8E0A-7C3D-5338A15923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96454" y="3529889"/>
                <a:ext cx="191295" cy="17995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73" name="TextBox 272">
                <a:extLst>
                  <a:ext uri="{FF2B5EF4-FFF2-40B4-BE49-F238E27FC236}">
                    <a16:creationId xmlns:a16="http://schemas.microsoft.com/office/drawing/2014/main" id="{CF4FB1F2-BC44-FF72-203A-10ED9568662F}"/>
                  </a:ext>
                </a:extLst>
              </p:cNvPr>
              <p:cNvSpPr txBox="1"/>
              <p:nvPr/>
            </p:nvSpPr>
            <p:spPr>
              <a:xfrm>
                <a:off x="2736315" y="3529889"/>
                <a:ext cx="200667" cy="17995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8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800" b="1" i="0" smtClean="0">
                              <a:latin typeface="Cambria Math" panose="02040503050406030204" pitchFamily="18" charset="0"/>
                            </a:rPr>
                            <m:t>𝐂</m:t>
                          </m:r>
                        </m:e>
                        <m:sub>
                          <m:r>
                            <a:rPr lang="en-US" altLang="ko-KR" sz="800" b="1" i="0" smtClean="0">
                              <a:latin typeface="Cambria Math" panose="02040503050406030204" pitchFamily="18" charset="0"/>
                            </a:rPr>
                            <m:t>𝐍</m:t>
                          </m:r>
                        </m:sub>
                      </m:sSub>
                    </m:oMath>
                  </m:oMathPara>
                </a14:m>
                <a:endParaRPr lang="ko-KR" altLang="en-US" sz="800" b="1"/>
              </a:p>
            </p:txBody>
          </p:sp>
        </mc:Choice>
        <mc:Fallback>
          <p:sp>
            <p:nvSpPr>
              <p:cNvPr id="273" name="TextBox 272">
                <a:extLst>
                  <a:ext uri="{FF2B5EF4-FFF2-40B4-BE49-F238E27FC236}">
                    <a16:creationId xmlns:a16="http://schemas.microsoft.com/office/drawing/2014/main" id="{CF4FB1F2-BC44-FF72-203A-10ED956866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36315" y="3529889"/>
                <a:ext cx="200667" cy="179955"/>
              </a:xfrm>
              <a:prstGeom prst="rect">
                <a:avLst/>
              </a:prstGeom>
              <a:blipFill>
                <a:blip r:embed="rId7"/>
                <a:stretch>
                  <a:fillRect l="-303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74" name="TextBox 273">
                <a:extLst>
                  <a:ext uri="{FF2B5EF4-FFF2-40B4-BE49-F238E27FC236}">
                    <a16:creationId xmlns:a16="http://schemas.microsoft.com/office/drawing/2014/main" id="{D1CD0F79-60FA-B84B-9906-CAD1F9EA9E10}"/>
                  </a:ext>
                </a:extLst>
              </p:cNvPr>
              <p:cNvSpPr txBox="1"/>
              <p:nvPr/>
            </p:nvSpPr>
            <p:spPr>
              <a:xfrm>
                <a:off x="3016373" y="3529889"/>
                <a:ext cx="343599" cy="17995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8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800" b="1" i="0" smtClean="0">
                              <a:latin typeface="Cambria Math" panose="02040503050406030204" pitchFamily="18" charset="0"/>
                            </a:rPr>
                            <m:t>𝐂</m:t>
                          </m:r>
                        </m:e>
                        <m:sub>
                          <m:r>
                            <a:rPr lang="en-US" altLang="ko-KR" sz="800" b="1" i="0" smtClean="0">
                              <a:latin typeface="Cambria Math" panose="02040503050406030204" pitchFamily="18" charset="0"/>
                            </a:rPr>
                            <m:t>𝐁𝐎𝐗</m:t>
                          </m:r>
                        </m:sub>
                      </m:sSub>
                    </m:oMath>
                  </m:oMathPara>
                </a14:m>
                <a:endParaRPr lang="ko-KR" altLang="en-US" sz="800" b="1"/>
              </a:p>
            </p:txBody>
          </p:sp>
        </mc:Choice>
        <mc:Fallback>
          <p:sp>
            <p:nvSpPr>
              <p:cNvPr id="274" name="TextBox 273">
                <a:extLst>
                  <a:ext uri="{FF2B5EF4-FFF2-40B4-BE49-F238E27FC236}">
                    <a16:creationId xmlns:a16="http://schemas.microsoft.com/office/drawing/2014/main" id="{D1CD0F79-60FA-B84B-9906-CAD1F9EA9E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16373" y="3529889"/>
                <a:ext cx="343599" cy="17995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87" name="직선 연결선 386">
            <a:extLst>
              <a:ext uri="{FF2B5EF4-FFF2-40B4-BE49-F238E27FC236}">
                <a16:creationId xmlns:a16="http://schemas.microsoft.com/office/drawing/2014/main" id="{C991E36E-97A7-AED4-A89A-9285F71505C4}"/>
              </a:ext>
            </a:extLst>
          </p:cNvPr>
          <p:cNvCxnSpPr>
            <a:cxnSpLocks/>
          </p:cNvCxnSpPr>
          <p:nvPr/>
        </p:nvCxnSpPr>
        <p:spPr>
          <a:xfrm flipV="1">
            <a:off x="1337549" y="2998006"/>
            <a:ext cx="465393" cy="538163"/>
          </a:xfrm>
          <a:prstGeom prst="line">
            <a:avLst/>
          </a:prstGeom>
          <a:ln w="3175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0" name="직선 연결선 389">
            <a:extLst>
              <a:ext uri="{FF2B5EF4-FFF2-40B4-BE49-F238E27FC236}">
                <a16:creationId xmlns:a16="http://schemas.microsoft.com/office/drawing/2014/main" id="{04D00524-3752-E0B4-8703-2D743D5364DA}"/>
              </a:ext>
            </a:extLst>
          </p:cNvPr>
          <p:cNvCxnSpPr>
            <a:cxnSpLocks/>
          </p:cNvCxnSpPr>
          <p:nvPr/>
        </p:nvCxnSpPr>
        <p:spPr>
          <a:xfrm flipV="1">
            <a:off x="1802942" y="3005139"/>
            <a:ext cx="321133" cy="526266"/>
          </a:xfrm>
          <a:prstGeom prst="line">
            <a:avLst/>
          </a:prstGeom>
          <a:ln w="3175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1" name="직선 연결선 440">
            <a:extLst>
              <a:ext uri="{FF2B5EF4-FFF2-40B4-BE49-F238E27FC236}">
                <a16:creationId xmlns:a16="http://schemas.microsoft.com/office/drawing/2014/main" id="{5DB5B61E-3F92-DB21-E033-AAD0E21211E4}"/>
              </a:ext>
            </a:extLst>
          </p:cNvPr>
          <p:cNvCxnSpPr>
            <a:cxnSpLocks/>
          </p:cNvCxnSpPr>
          <p:nvPr/>
        </p:nvCxnSpPr>
        <p:spPr>
          <a:xfrm flipV="1">
            <a:off x="1985318" y="3009900"/>
            <a:ext cx="267346" cy="531030"/>
          </a:xfrm>
          <a:prstGeom prst="line">
            <a:avLst/>
          </a:prstGeom>
          <a:ln w="3175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3" name="직선 연결선 442">
            <a:extLst>
              <a:ext uri="{FF2B5EF4-FFF2-40B4-BE49-F238E27FC236}">
                <a16:creationId xmlns:a16="http://schemas.microsoft.com/office/drawing/2014/main" id="{0467CDCB-4F43-40D8-7834-FA7BDD013BA0}"/>
              </a:ext>
            </a:extLst>
          </p:cNvPr>
          <p:cNvCxnSpPr>
            <a:cxnSpLocks/>
          </p:cNvCxnSpPr>
          <p:nvPr/>
        </p:nvCxnSpPr>
        <p:spPr>
          <a:xfrm flipV="1">
            <a:off x="2176741" y="3017043"/>
            <a:ext cx="184281" cy="526267"/>
          </a:xfrm>
          <a:prstGeom prst="line">
            <a:avLst/>
          </a:prstGeom>
          <a:ln w="3175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5" name="직선 연결선 444">
            <a:extLst>
              <a:ext uri="{FF2B5EF4-FFF2-40B4-BE49-F238E27FC236}">
                <a16:creationId xmlns:a16="http://schemas.microsoft.com/office/drawing/2014/main" id="{D7B892EC-7821-A165-A815-A2DD74ADCD86}"/>
              </a:ext>
            </a:extLst>
          </p:cNvPr>
          <p:cNvCxnSpPr>
            <a:cxnSpLocks/>
          </p:cNvCxnSpPr>
          <p:nvPr/>
        </p:nvCxnSpPr>
        <p:spPr>
          <a:xfrm flipV="1">
            <a:off x="2363404" y="2995613"/>
            <a:ext cx="144052" cy="542935"/>
          </a:xfrm>
          <a:prstGeom prst="line">
            <a:avLst/>
          </a:prstGeom>
          <a:ln w="3175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8" name="직선 연결선 497">
            <a:extLst>
              <a:ext uri="{FF2B5EF4-FFF2-40B4-BE49-F238E27FC236}">
                <a16:creationId xmlns:a16="http://schemas.microsoft.com/office/drawing/2014/main" id="{D8FE7AF9-D382-C723-0ECD-31328D60A895}"/>
              </a:ext>
            </a:extLst>
          </p:cNvPr>
          <p:cNvCxnSpPr>
            <a:cxnSpLocks/>
          </p:cNvCxnSpPr>
          <p:nvPr/>
        </p:nvCxnSpPr>
        <p:spPr>
          <a:xfrm flipV="1">
            <a:off x="2727735" y="3005139"/>
            <a:ext cx="32135" cy="531028"/>
          </a:xfrm>
          <a:prstGeom prst="line">
            <a:avLst/>
          </a:prstGeom>
          <a:ln w="3175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1" name="직선 연결선 500">
            <a:extLst>
              <a:ext uri="{FF2B5EF4-FFF2-40B4-BE49-F238E27FC236}">
                <a16:creationId xmlns:a16="http://schemas.microsoft.com/office/drawing/2014/main" id="{111C8609-A6A5-EFD0-98CA-9CCA80DEE7FB}"/>
              </a:ext>
            </a:extLst>
          </p:cNvPr>
          <p:cNvCxnSpPr>
            <a:cxnSpLocks/>
          </p:cNvCxnSpPr>
          <p:nvPr/>
        </p:nvCxnSpPr>
        <p:spPr>
          <a:xfrm flipH="1" flipV="1">
            <a:off x="2902908" y="2995613"/>
            <a:ext cx="12945" cy="547698"/>
          </a:xfrm>
          <a:prstGeom prst="line">
            <a:avLst/>
          </a:prstGeom>
          <a:ln w="3175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3" name="직선 연결선 502">
            <a:extLst>
              <a:ext uri="{FF2B5EF4-FFF2-40B4-BE49-F238E27FC236}">
                <a16:creationId xmlns:a16="http://schemas.microsoft.com/office/drawing/2014/main" id="{AA403EFF-F92A-93AE-2840-E4D7C929237D}"/>
              </a:ext>
            </a:extLst>
          </p:cNvPr>
          <p:cNvCxnSpPr>
            <a:cxnSpLocks/>
          </p:cNvCxnSpPr>
          <p:nvPr/>
        </p:nvCxnSpPr>
        <p:spPr>
          <a:xfrm flipH="1" flipV="1">
            <a:off x="3240882" y="3012281"/>
            <a:ext cx="188118" cy="519114"/>
          </a:xfrm>
          <a:prstGeom prst="line">
            <a:avLst/>
          </a:prstGeom>
          <a:ln w="3175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9" name="TextBox 378">
            <a:extLst>
              <a:ext uri="{FF2B5EF4-FFF2-40B4-BE49-F238E27FC236}">
                <a16:creationId xmlns:a16="http://schemas.microsoft.com/office/drawing/2014/main" id="{E2BADC0F-0D8F-86A1-DC99-A502776BBCEE}"/>
              </a:ext>
            </a:extLst>
          </p:cNvPr>
          <p:cNvSpPr txBox="1"/>
          <p:nvPr/>
        </p:nvSpPr>
        <p:spPr>
          <a:xfrm>
            <a:off x="1611519" y="3816623"/>
            <a:ext cx="350462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700">
                <a:latin typeface="Arial" panose="020B0604020202020204" pitchFamily="34" charset="0"/>
                <a:cs typeface="Arial" panose="020B0604020202020204" pitchFamily="34" charset="0"/>
              </a:rPr>
              <a:t>ΔQ</a:t>
            </a:r>
            <a:r>
              <a:rPr lang="en-US" altLang="ko-KR" sz="700" baseline="-25000">
                <a:latin typeface="Arial" panose="020B0604020202020204" pitchFamily="34" charset="0"/>
                <a:cs typeface="Arial" panose="020B0604020202020204" pitchFamily="34" charset="0"/>
              </a:rPr>
              <a:t>0</a:t>
            </a:r>
            <a:endParaRPr lang="ko-KR" altLang="en-US" sz="700" baseline="-250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80" name="TextBox 379">
            <a:extLst>
              <a:ext uri="{FF2B5EF4-FFF2-40B4-BE49-F238E27FC236}">
                <a16:creationId xmlns:a16="http://schemas.microsoft.com/office/drawing/2014/main" id="{31B0E5D6-95BF-D485-B604-BA339A70F264}"/>
              </a:ext>
            </a:extLst>
          </p:cNvPr>
          <p:cNvSpPr txBox="1"/>
          <p:nvPr/>
        </p:nvSpPr>
        <p:spPr>
          <a:xfrm>
            <a:off x="1802943" y="3816623"/>
            <a:ext cx="350462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700">
                <a:latin typeface="Arial" panose="020B0604020202020204" pitchFamily="34" charset="0"/>
                <a:cs typeface="Arial" panose="020B0604020202020204" pitchFamily="34" charset="0"/>
              </a:rPr>
              <a:t>ΔQ</a:t>
            </a:r>
            <a:r>
              <a:rPr lang="en-US" altLang="ko-KR" sz="700" baseline="-25000"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endParaRPr lang="ko-KR" altLang="en-US" sz="700" baseline="-250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81" name="TextBox 380">
            <a:extLst>
              <a:ext uri="{FF2B5EF4-FFF2-40B4-BE49-F238E27FC236}">
                <a16:creationId xmlns:a16="http://schemas.microsoft.com/office/drawing/2014/main" id="{985DCA86-1987-EBE5-2604-F54B58722395}"/>
              </a:ext>
            </a:extLst>
          </p:cNvPr>
          <p:cNvSpPr txBox="1"/>
          <p:nvPr/>
        </p:nvSpPr>
        <p:spPr>
          <a:xfrm>
            <a:off x="1994367" y="3816623"/>
            <a:ext cx="350462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700">
                <a:latin typeface="Arial" panose="020B0604020202020204" pitchFamily="34" charset="0"/>
                <a:cs typeface="Arial" panose="020B0604020202020204" pitchFamily="34" charset="0"/>
              </a:rPr>
              <a:t>ΔQ</a:t>
            </a:r>
            <a:r>
              <a:rPr lang="en-US" altLang="ko-KR" sz="700" baseline="-25000"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  <a:endParaRPr lang="ko-KR" altLang="en-US" sz="700" baseline="-250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82" name="TextBox 381">
            <a:extLst>
              <a:ext uri="{FF2B5EF4-FFF2-40B4-BE49-F238E27FC236}">
                <a16:creationId xmlns:a16="http://schemas.microsoft.com/office/drawing/2014/main" id="{8C362E45-65A7-E6E9-F239-F7A30774B8E8}"/>
              </a:ext>
            </a:extLst>
          </p:cNvPr>
          <p:cNvSpPr txBox="1"/>
          <p:nvPr/>
        </p:nvSpPr>
        <p:spPr>
          <a:xfrm>
            <a:off x="2185791" y="3816623"/>
            <a:ext cx="350462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700">
                <a:latin typeface="Arial" panose="020B0604020202020204" pitchFamily="34" charset="0"/>
                <a:cs typeface="Arial" panose="020B0604020202020204" pitchFamily="34" charset="0"/>
              </a:rPr>
              <a:t>ΔQ</a:t>
            </a:r>
            <a:r>
              <a:rPr lang="en-US" altLang="ko-KR" sz="700" baseline="-25000"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  <a:endParaRPr lang="ko-KR" altLang="en-US" sz="700" baseline="-250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83" name="TextBox 382">
            <a:extLst>
              <a:ext uri="{FF2B5EF4-FFF2-40B4-BE49-F238E27FC236}">
                <a16:creationId xmlns:a16="http://schemas.microsoft.com/office/drawing/2014/main" id="{330677C6-3615-CB5D-D3D3-D512939DB7A2}"/>
              </a:ext>
            </a:extLst>
          </p:cNvPr>
          <p:cNvSpPr txBox="1"/>
          <p:nvPr/>
        </p:nvSpPr>
        <p:spPr>
          <a:xfrm>
            <a:off x="2450798" y="3816623"/>
            <a:ext cx="45211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700">
                <a:latin typeface="Arial" panose="020B0604020202020204" pitchFamily="34" charset="0"/>
                <a:cs typeface="Arial" panose="020B0604020202020204" pitchFamily="34" charset="0"/>
              </a:rPr>
              <a:t>ΔQ</a:t>
            </a:r>
            <a:r>
              <a:rPr lang="en-US" altLang="ko-KR" sz="700" baseline="-25000">
                <a:latin typeface="Arial" panose="020B0604020202020204" pitchFamily="34" charset="0"/>
                <a:cs typeface="Arial" panose="020B0604020202020204" pitchFamily="34" charset="0"/>
              </a:rPr>
              <a:t>N-1</a:t>
            </a:r>
            <a:endParaRPr lang="ko-KR" altLang="en-US" sz="700" baseline="-250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84" name="TextBox 383">
            <a:extLst>
              <a:ext uri="{FF2B5EF4-FFF2-40B4-BE49-F238E27FC236}">
                <a16:creationId xmlns:a16="http://schemas.microsoft.com/office/drawing/2014/main" id="{D24CAA37-19FB-8226-9462-3414FB0704E4}"/>
              </a:ext>
            </a:extLst>
          </p:cNvPr>
          <p:cNvSpPr txBox="1"/>
          <p:nvPr/>
        </p:nvSpPr>
        <p:spPr>
          <a:xfrm>
            <a:off x="2676853" y="3816623"/>
            <a:ext cx="45211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700">
                <a:latin typeface="Arial" panose="020B0604020202020204" pitchFamily="34" charset="0"/>
                <a:cs typeface="Arial" panose="020B0604020202020204" pitchFamily="34" charset="0"/>
              </a:rPr>
              <a:t>ΔQ</a:t>
            </a:r>
            <a:r>
              <a:rPr lang="en-US" altLang="ko-KR" sz="700" baseline="-25000">
                <a:latin typeface="Arial" panose="020B0604020202020204" pitchFamily="34" charset="0"/>
                <a:cs typeface="Arial" panose="020B0604020202020204" pitchFamily="34" charset="0"/>
              </a:rPr>
              <a:t>N</a:t>
            </a:r>
            <a:endParaRPr lang="ko-KR" altLang="en-US" sz="700" baseline="-250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29" name="타원 528">
            <a:extLst>
              <a:ext uri="{FF2B5EF4-FFF2-40B4-BE49-F238E27FC236}">
                <a16:creationId xmlns:a16="http://schemas.microsoft.com/office/drawing/2014/main" id="{150189BC-D2B2-F398-4069-4677D0510866}"/>
              </a:ext>
            </a:extLst>
          </p:cNvPr>
          <p:cNvSpPr/>
          <p:nvPr/>
        </p:nvSpPr>
        <p:spPr>
          <a:xfrm>
            <a:off x="1777021" y="3776099"/>
            <a:ext cx="45719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0" name="타원 529">
            <a:extLst>
              <a:ext uri="{FF2B5EF4-FFF2-40B4-BE49-F238E27FC236}">
                <a16:creationId xmlns:a16="http://schemas.microsoft.com/office/drawing/2014/main" id="{9C400FDC-FCA7-6175-E5E4-87ED54B83660}"/>
              </a:ext>
            </a:extLst>
          </p:cNvPr>
          <p:cNvSpPr/>
          <p:nvPr/>
        </p:nvSpPr>
        <p:spPr>
          <a:xfrm>
            <a:off x="1968447" y="3776099"/>
            <a:ext cx="45719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1" name="타원 530">
            <a:extLst>
              <a:ext uri="{FF2B5EF4-FFF2-40B4-BE49-F238E27FC236}">
                <a16:creationId xmlns:a16="http://schemas.microsoft.com/office/drawing/2014/main" id="{A5B8A8C4-3BBC-246F-44C6-C0A4557668FA}"/>
              </a:ext>
            </a:extLst>
          </p:cNvPr>
          <p:cNvSpPr/>
          <p:nvPr/>
        </p:nvSpPr>
        <p:spPr>
          <a:xfrm>
            <a:off x="2150121" y="3776099"/>
            <a:ext cx="45719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2" name="타원 531">
            <a:extLst>
              <a:ext uri="{FF2B5EF4-FFF2-40B4-BE49-F238E27FC236}">
                <a16:creationId xmlns:a16="http://schemas.microsoft.com/office/drawing/2014/main" id="{5C989211-52B7-CC69-B9F2-C30B55CCF789}"/>
              </a:ext>
            </a:extLst>
          </p:cNvPr>
          <p:cNvSpPr/>
          <p:nvPr/>
        </p:nvSpPr>
        <p:spPr>
          <a:xfrm>
            <a:off x="2339546" y="3776099"/>
            <a:ext cx="45719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3" name="타원 532">
            <a:extLst>
              <a:ext uri="{FF2B5EF4-FFF2-40B4-BE49-F238E27FC236}">
                <a16:creationId xmlns:a16="http://schemas.microsoft.com/office/drawing/2014/main" id="{791247FB-BC34-B6B2-7B11-183B40396106}"/>
              </a:ext>
            </a:extLst>
          </p:cNvPr>
          <p:cNvSpPr/>
          <p:nvPr/>
        </p:nvSpPr>
        <p:spPr>
          <a:xfrm>
            <a:off x="2710756" y="3776099"/>
            <a:ext cx="45719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4" name="타원 533">
            <a:extLst>
              <a:ext uri="{FF2B5EF4-FFF2-40B4-BE49-F238E27FC236}">
                <a16:creationId xmlns:a16="http://schemas.microsoft.com/office/drawing/2014/main" id="{AAA741BF-A0D6-6244-41FC-E760B180F0BD}"/>
              </a:ext>
            </a:extLst>
          </p:cNvPr>
          <p:cNvSpPr/>
          <p:nvPr/>
        </p:nvSpPr>
        <p:spPr>
          <a:xfrm>
            <a:off x="2891366" y="3776099"/>
            <a:ext cx="45719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539" name="직선 연결선 538">
            <a:extLst>
              <a:ext uri="{FF2B5EF4-FFF2-40B4-BE49-F238E27FC236}">
                <a16:creationId xmlns:a16="http://schemas.microsoft.com/office/drawing/2014/main" id="{CF794C72-937C-27DA-AA59-162B2A7BF2B0}"/>
              </a:ext>
            </a:extLst>
          </p:cNvPr>
          <p:cNvCxnSpPr>
            <a:cxnSpLocks/>
          </p:cNvCxnSpPr>
          <p:nvPr/>
        </p:nvCxnSpPr>
        <p:spPr>
          <a:xfrm>
            <a:off x="2645308" y="3795994"/>
            <a:ext cx="73671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71" name="그룹 570">
            <a:extLst>
              <a:ext uri="{FF2B5EF4-FFF2-40B4-BE49-F238E27FC236}">
                <a16:creationId xmlns:a16="http://schemas.microsoft.com/office/drawing/2014/main" id="{19D82D2F-F06D-C2CA-52BF-BA8CB3958930}"/>
              </a:ext>
            </a:extLst>
          </p:cNvPr>
          <p:cNvGrpSpPr/>
          <p:nvPr/>
        </p:nvGrpSpPr>
        <p:grpSpPr>
          <a:xfrm>
            <a:off x="1337549" y="1766489"/>
            <a:ext cx="1731170" cy="1307711"/>
            <a:chOff x="1318501" y="1704570"/>
            <a:chExt cx="1731170" cy="1307711"/>
          </a:xfrm>
        </p:grpSpPr>
        <p:grpSp>
          <p:nvGrpSpPr>
            <p:cNvPr id="366" name="그룹 365">
              <a:extLst>
                <a:ext uri="{FF2B5EF4-FFF2-40B4-BE49-F238E27FC236}">
                  <a16:creationId xmlns:a16="http://schemas.microsoft.com/office/drawing/2014/main" id="{0FE647BB-1BD6-56AD-7741-B7328BB8BC09}"/>
                </a:ext>
              </a:extLst>
            </p:cNvPr>
            <p:cNvGrpSpPr/>
            <p:nvPr/>
          </p:nvGrpSpPr>
          <p:grpSpPr>
            <a:xfrm>
              <a:off x="1318501" y="1715840"/>
              <a:ext cx="1731170" cy="1296441"/>
              <a:chOff x="904216" y="3235077"/>
              <a:chExt cx="1731170" cy="1296441"/>
            </a:xfrm>
          </p:grpSpPr>
          <p:sp>
            <p:nvSpPr>
              <p:cNvPr id="23" name="직사각형 22">
                <a:extLst>
                  <a:ext uri="{FF2B5EF4-FFF2-40B4-BE49-F238E27FC236}">
                    <a16:creationId xmlns:a16="http://schemas.microsoft.com/office/drawing/2014/main" id="{46AF08A3-D3E3-F918-896B-35E2EADB57BA}"/>
                  </a:ext>
                </a:extLst>
              </p:cNvPr>
              <p:cNvSpPr/>
              <p:nvPr/>
            </p:nvSpPr>
            <p:spPr>
              <a:xfrm>
                <a:off x="2178047" y="3446353"/>
                <a:ext cx="283607" cy="200055"/>
              </a:xfrm>
              <a:prstGeom prst="rect">
                <a:avLst/>
              </a:prstGeom>
              <a:solidFill>
                <a:srgbClr val="9FD6E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300" b="1" baseline="-25000"/>
              </a:p>
            </p:txBody>
          </p:sp>
          <p:sp>
            <p:nvSpPr>
              <p:cNvPr id="25" name="직사각형 24">
                <a:extLst>
                  <a:ext uri="{FF2B5EF4-FFF2-40B4-BE49-F238E27FC236}">
                    <a16:creationId xmlns:a16="http://schemas.microsoft.com/office/drawing/2014/main" id="{EDFD40AF-F4A1-5E80-FF8A-34B90C3CAC20}"/>
                  </a:ext>
                </a:extLst>
              </p:cNvPr>
              <p:cNvSpPr/>
              <p:nvPr/>
            </p:nvSpPr>
            <p:spPr>
              <a:xfrm>
                <a:off x="1697105" y="3655293"/>
                <a:ext cx="480942" cy="230005"/>
              </a:xfrm>
              <a:prstGeom prst="rect">
                <a:avLst/>
              </a:prstGeom>
              <a:solidFill>
                <a:srgbClr val="F9B859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600" b="1" baseline="-25000"/>
              </a:p>
            </p:txBody>
          </p:sp>
          <p:cxnSp>
            <p:nvCxnSpPr>
              <p:cNvPr id="16" name="직선 화살표 연결선 15">
                <a:extLst>
                  <a:ext uri="{FF2B5EF4-FFF2-40B4-BE49-F238E27FC236}">
                    <a16:creationId xmlns:a16="http://schemas.microsoft.com/office/drawing/2014/main" id="{819B03E9-80AF-7243-754C-5E0F2216C4D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71200" y="3655292"/>
                <a:ext cx="1064186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90CA2C53-B26A-7338-72EA-F64E20762673}"/>
                  </a:ext>
                </a:extLst>
              </p:cNvPr>
              <p:cNvSpPr txBox="1"/>
              <p:nvPr/>
            </p:nvSpPr>
            <p:spPr>
              <a:xfrm>
                <a:off x="2257333" y="3492519"/>
                <a:ext cx="125034" cy="10772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:r>
                  <a:rPr lang="en-US" altLang="ko-KR" sz="700" b="1"/>
                  <a:t>qh</a:t>
                </a:r>
                <a:r>
                  <a:rPr lang="en-US" altLang="ko-KR" sz="700" b="1" baseline="-25000"/>
                  <a:t>t</a:t>
                </a:r>
                <a:endParaRPr lang="ko-KR" altLang="en-US" sz="700" b="1" baseline="-25000"/>
              </a:p>
            </p:txBody>
          </p:sp>
          <p:sp>
            <p:nvSpPr>
              <p:cNvPr id="283" name="TextBox 282">
                <a:extLst>
                  <a:ext uri="{FF2B5EF4-FFF2-40B4-BE49-F238E27FC236}">
                    <a16:creationId xmlns:a16="http://schemas.microsoft.com/office/drawing/2014/main" id="{2EF5FDA5-D0D5-4482-17FF-7298970615AE}"/>
                  </a:ext>
                </a:extLst>
              </p:cNvPr>
              <p:cNvSpPr txBox="1"/>
              <p:nvPr/>
            </p:nvSpPr>
            <p:spPr>
              <a:xfrm>
                <a:off x="1859830" y="3708740"/>
                <a:ext cx="155492" cy="10772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:r>
                  <a:rPr lang="en-US" altLang="ko-KR" sz="700" b="1"/>
                  <a:t>-qn</a:t>
                </a:r>
                <a:r>
                  <a:rPr lang="en-US" altLang="ko-KR" sz="700" b="1" baseline="-25000"/>
                  <a:t>t</a:t>
                </a:r>
                <a:endParaRPr lang="ko-KR" altLang="en-US" sz="700" b="1" baseline="-25000"/>
              </a:p>
            </p:txBody>
          </p:sp>
          <p:cxnSp>
            <p:nvCxnSpPr>
              <p:cNvPr id="300" name="직선 연결선 299">
                <a:extLst>
                  <a:ext uri="{FF2B5EF4-FFF2-40B4-BE49-F238E27FC236}">
                    <a16:creationId xmlns:a16="http://schemas.microsoft.com/office/drawing/2014/main" id="{774A86F0-C443-DA34-8985-53F1D3C638B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693326" y="3390900"/>
                <a:ext cx="0" cy="1140618"/>
              </a:xfrm>
              <a:prstGeom prst="line">
                <a:avLst/>
              </a:prstGeom>
              <a:ln w="6350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1" name="직선 연결선 300">
                <a:extLst>
                  <a:ext uri="{FF2B5EF4-FFF2-40B4-BE49-F238E27FC236}">
                    <a16:creationId xmlns:a16="http://schemas.microsoft.com/office/drawing/2014/main" id="{AE1A7C84-B0B6-9860-FA27-6C833DB2F93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61674" y="3386137"/>
                <a:ext cx="0" cy="1137332"/>
              </a:xfrm>
              <a:prstGeom prst="line">
                <a:avLst/>
              </a:prstGeom>
              <a:ln w="6350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40" name="TextBox 339">
                <a:extLst>
                  <a:ext uri="{FF2B5EF4-FFF2-40B4-BE49-F238E27FC236}">
                    <a16:creationId xmlns:a16="http://schemas.microsoft.com/office/drawing/2014/main" id="{A092FB95-3CFD-EA9D-410B-F92547721757}"/>
                  </a:ext>
                </a:extLst>
              </p:cNvPr>
              <p:cNvSpPr txBox="1"/>
              <p:nvPr/>
            </p:nvSpPr>
            <p:spPr>
              <a:xfrm>
                <a:off x="904216" y="3235077"/>
                <a:ext cx="360492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700" b="1">
                    <a:latin typeface="Arial" panose="020B0604020202020204" pitchFamily="34" charset="0"/>
                    <a:cs typeface="Arial" panose="020B0604020202020204" pitchFamily="34" charset="0"/>
                  </a:rPr>
                  <a:t>(b)</a:t>
                </a:r>
                <a:endParaRPr lang="ko-KR" altLang="en-US" sz="700" b="1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p:cxnSp>
          <p:nvCxnSpPr>
            <p:cNvPr id="289" name="직선 화살표 연결선 288">
              <a:extLst>
                <a:ext uri="{FF2B5EF4-FFF2-40B4-BE49-F238E27FC236}">
                  <a16:creationId xmlns:a16="http://schemas.microsoft.com/office/drawing/2014/main" id="{BF7303CF-4083-ABBE-6FCF-C2DABD2F6544}"/>
                </a:ext>
              </a:extLst>
            </p:cNvPr>
            <p:cNvCxnSpPr>
              <a:cxnSpLocks/>
            </p:cNvCxnSpPr>
            <p:nvPr/>
          </p:nvCxnSpPr>
          <p:spPr>
            <a:xfrm>
              <a:off x="2116141" y="1874061"/>
              <a:ext cx="760771" cy="0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5" name="TextBox 304">
              <a:extLst>
                <a:ext uri="{FF2B5EF4-FFF2-40B4-BE49-F238E27FC236}">
                  <a16:creationId xmlns:a16="http://schemas.microsoft.com/office/drawing/2014/main" id="{EC124455-F295-98AF-7E49-DFD62B80281D}"/>
                </a:ext>
              </a:extLst>
            </p:cNvPr>
            <p:cNvSpPr txBox="1"/>
            <p:nvPr/>
          </p:nvSpPr>
          <p:spPr>
            <a:xfrm>
              <a:off x="2292877" y="1704570"/>
              <a:ext cx="40729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800"/>
                <a:t>t</a:t>
              </a:r>
              <a:r>
                <a:rPr lang="en-US" altLang="ko-KR" sz="800" baseline="-25000"/>
                <a:t>CTN</a:t>
              </a:r>
              <a:endParaRPr lang="ko-KR" altLang="en-US" sz="800" baseline="-25000"/>
            </a:p>
          </p:txBody>
        </p:sp>
        <p:cxnSp>
          <p:nvCxnSpPr>
            <p:cNvPr id="541" name="직선 연결선 540">
              <a:extLst>
                <a:ext uri="{FF2B5EF4-FFF2-40B4-BE49-F238E27FC236}">
                  <a16:creationId xmlns:a16="http://schemas.microsoft.com/office/drawing/2014/main" id="{B56972B8-31DD-C20F-602D-A49D0AAD5AC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50654" y="2135048"/>
              <a:ext cx="0" cy="324000"/>
            </a:xfrm>
            <a:prstGeom prst="line">
              <a:avLst/>
            </a:prstGeom>
            <a:ln w="3175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2" name="직선 연결선 541">
              <a:extLst>
                <a:ext uri="{FF2B5EF4-FFF2-40B4-BE49-F238E27FC236}">
                  <a16:creationId xmlns:a16="http://schemas.microsoft.com/office/drawing/2014/main" id="{6D248263-98BD-D746-842D-E51F3DDDA3F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96657" y="2135048"/>
              <a:ext cx="0" cy="324000"/>
            </a:xfrm>
            <a:prstGeom prst="line">
              <a:avLst/>
            </a:prstGeom>
            <a:ln w="3175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6" name="직선 연결선 545">
              <a:extLst>
                <a:ext uri="{FF2B5EF4-FFF2-40B4-BE49-F238E27FC236}">
                  <a16:creationId xmlns:a16="http://schemas.microsoft.com/office/drawing/2014/main" id="{8B0B6F77-0AA7-642D-AE13-C4441142C94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242660" y="2135048"/>
              <a:ext cx="0" cy="324000"/>
            </a:xfrm>
            <a:prstGeom prst="line">
              <a:avLst/>
            </a:prstGeom>
            <a:ln w="3175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9" name="직선 연결선 548">
              <a:extLst>
                <a:ext uri="{FF2B5EF4-FFF2-40B4-BE49-F238E27FC236}">
                  <a16:creationId xmlns:a16="http://schemas.microsoft.com/office/drawing/2014/main" id="{96BB6338-B3BA-D9DF-7D39-0503C83479C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833289" y="1931194"/>
              <a:ext cx="0" cy="511979"/>
            </a:xfrm>
            <a:prstGeom prst="line">
              <a:avLst/>
            </a:prstGeom>
            <a:ln w="3175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2" name="직선 연결선 581">
              <a:extLst>
                <a:ext uri="{FF2B5EF4-FFF2-40B4-BE49-F238E27FC236}">
                  <a16:creationId xmlns:a16="http://schemas.microsoft.com/office/drawing/2014/main" id="{8C26E27A-63D4-A7D4-55CC-FDFA523EC57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788561" y="1919288"/>
              <a:ext cx="0" cy="523885"/>
            </a:xfrm>
            <a:prstGeom prst="line">
              <a:avLst/>
            </a:prstGeom>
            <a:ln w="3175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557" name="직선 연결선 556">
            <a:extLst>
              <a:ext uri="{FF2B5EF4-FFF2-40B4-BE49-F238E27FC236}">
                <a16:creationId xmlns:a16="http://schemas.microsoft.com/office/drawing/2014/main" id="{1DCA924D-889F-4010-F193-FAD3E9579653}"/>
              </a:ext>
            </a:extLst>
          </p:cNvPr>
          <p:cNvCxnSpPr>
            <a:cxnSpLocks/>
          </p:cNvCxnSpPr>
          <p:nvPr/>
        </p:nvCxnSpPr>
        <p:spPr>
          <a:xfrm flipH="1" flipV="1">
            <a:off x="2172399" y="2529631"/>
            <a:ext cx="83181" cy="466784"/>
          </a:xfrm>
          <a:prstGeom prst="line">
            <a:avLst/>
          </a:prstGeom>
          <a:ln w="3175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9" name="직선 연결선 558">
            <a:extLst>
              <a:ext uri="{FF2B5EF4-FFF2-40B4-BE49-F238E27FC236}">
                <a16:creationId xmlns:a16="http://schemas.microsoft.com/office/drawing/2014/main" id="{1AF49994-950C-FB04-539A-54D2449C468F}"/>
              </a:ext>
            </a:extLst>
          </p:cNvPr>
          <p:cNvCxnSpPr>
            <a:cxnSpLocks/>
          </p:cNvCxnSpPr>
          <p:nvPr/>
        </p:nvCxnSpPr>
        <p:spPr>
          <a:xfrm flipH="1" flipV="1">
            <a:off x="2214970" y="2529631"/>
            <a:ext cx="165852" cy="482650"/>
          </a:xfrm>
          <a:prstGeom prst="line">
            <a:avLst/>
          </a:prstGeom>
          <a:ln w="3175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2" name="직선 연결선 561">
            <a:extLst>
              <a:ext uri="{FF2B5EF4-FFF2-40B4-BE49-F238E27FC236}">
                <a16:creationId xmlns:a16="http://schemas.microsoft.com/office/drawing/2014/main" id="{F25C05D1-DEFC-7D4E-D0EA-31C16302E222}"/>
              </a:ext>
            </a:extLst>
          </p:cNvPr>
          <p:cNvCxnSpPr>
            <a:cxnSpLocks/>
          </p:cNvCxnSpPr>
          <p:nvPr/>
        </p:nvCxnSpPr>
        <p:spPr>
          <a:xfrm flipH="1" flipV="1">
            <a:off x="2261009" y="2529631"/>
            <a:ext cx="247446" cy="475508"/>
          </a:xfrm>
          <a:prstGeom prst="line">
            <a:avLst/>
          </a:prstGeom>
          <a:ln w="3175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84" name="그룹 583">
            <a:extLst>
              <a:ext uri="{FF2B5EF4-FFF2-40B4-BE49-F238E27FC236}">
                <a16:creationId xmlns:a16="http://schemas.microsoft.com/office/drawing/2014/main" id="{13BAB7FF-14AF-413C-3453-C51142874F93}"/>
              </a:ext>
            </a:extLst>
          </p:cNvPr>
          <p:cNvGrpSpPr/>
          <p:nvPr/>
        </p:nvGrpSpPr>
        <p:grpSpPr>
          <a:xfrm>
            <a:off x="1100330" y="2383018"/>
            <a:ext cx="2642995" cy="919688"/>
            <a:chOff x="1100330" y="2383018"/>
            <a:chExt cx="2642995" cy="919688"/>
          </a:xfrm>
        </p:grpSpPr>
        <p:grpSp>
          <p:nvGrpSpPr>
            <p:cNvPr id="376" name="그룹 375">
              <a:extLst>
                <a:ext uri="{FF2B5EF4-FFF2-40B4-BE49-F238E27FC236}">
                  <a16:creationId xmlns:a16="http://schemas.microsoft.com/office/drawing/2014/main" id="{C3BE488E-1CC4-F4DC-7EF2-46DCD19FBD15}"/>
                </a:ext>
              </a:extLst>
            </p:cNvPr>
            <p:cNvGrpSpPr/>
            <p:nvPr/>
          </p:nvGrpSpPr>
          <p:grpSpPr>
            <a:xfrm>
              <a:off x="1100330" y="2383018"/>
              <a:ext cx="2642995" cy="919688"/>
              <a:chOff x="1100330" y="2445789"/>
              <a:chExt cx="2642995" cy="919688"/>
            </a:xfrm>
          </p:grpSpPr>
          <p:sp>
            <p:nvSpPr>
              <p:cNvPr id="106" name="원호 105">
                <a:extLst>
                  <a:ext uri="{FF2B5EF4-FFF2-40B4-BE49-F238E27FC236}">
                    <a16:creationId xmlns:a16="http://schemas.microsoft.com/office/drawing/2014/main" id="{16B01734-5DEF-98A7-B0E8-BCA92FECB895}"/>
                  </a:ext>
                </a:extLst>
              </p:cNvPr>
              <p:cNvSpPr/>
              <p:nvPr/>
            </p:nvSpPr>
            <p:spPr>
              <a:xfrm rot="2677778">
                <a:off x="1327519" y="2820815"/>
                <a:ext cx="488029" cy="488029"/>
              </a:xfrm>
              <a:prstGeom prst="arc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08" name="원호 107">
                <a:extLst>
                  <a:ext uri="{FF2B5EF4-FFF2-40B4-BE49-F238E27FC236}">
                    <a16:creationId xmlns:a16="http://schemas.microsoft.com/office/drawing/2014/main" id="{6BE72316-64B4-B955-891D-31D0D7852911}"/>
                  </a:ext>
                </a:extLst>
              </p:cNvPr>
              <p:cNvSpPr/>
              <p:nvPr/>
            </p:nvSpPr>
            <p:spPr>
              <a:xfrm rot="2677778">
                <a:off x="1638731" y="2820815"/>
                <a:ext cx="488029" cy="488029"/>
              </a:xfrm>
              <a:prstGeom prst="arc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09" name="원호 108">
                <a:extLst>
                  <a:ext uri="{FF2B5EF4-FFF2-40B4-BE49-F238E27FC236}">
                    <a16:creationId xmlns:a16="http://schemas.microsoft.com/office/drawing/2014/main" id="{06A32E60-D779-439A-2584-FE9797F2C892}"/>
                  </a:ext>
                </a:extLst>
              </p:cNvPr>
              <p:cNvSpPr/>
              <p:nvPr/>
            </p:nvSpPr>
            <p:spPr>
              <a:xfrm rot="2677778">
                <a:off x="2403943" y="2820815"/>
                <a:ext cx="488029" cy="488029"/>
              </a:xfrm>
              <a:prstGeom prst="arc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11" name="원호 110">
                <a:extLst>
                  <a:ext uri="{FF2B5EF4-FFF2-40B4-BE49-F238E27FC236}">
                    <a16:creationId xmlns:a16="http://schemas.microsoft.com/office/drawing/2014/main" id="{D15A1AFD-69CA-E666-E4C1-DAF8AC10D8DB}"/>
                  </a:ext>
                </a:extLst>
              </p:cNvPr>
              <p:cNvSpPr/>
              <p:nvPr/>
            </p:nvSpPr>
            <p:spPr>
              <a:xfrm rot="2677778">
                <a:off x="2749025" y="2820816"/>
                <a:ext cx="488029" cy="488029"/>
              </a:xfrm>
              <a:prstGeom prst="arc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cxnSp>
            <p:nvCxnSpPr>
              <p:cNvPr id="115" name="직선 연결선 114">
                <a:extLst>
                  <a:ext uri="{FF2B5EF4-FFF2-40B4-BE49-F238E27FC236}">
                    <a16:creationId xmlns:a16="http://schemas.microsoft.com/office/drawing/2014/main" id="{BB1FB9B4-C128-18AF-A7A2-012790D133F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610775" y="3062098"/>
                <a:ext cx="1990301" cy="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6" name="원호 115">
                <a:extLst>
                  <a:ext uri="{FF2B5EF4-FFF2-40B4-BE49-F238E27FC236}">
                    <a16:creationId xmlns:a16="http://schemas.microsoft.com/office/drawing/2014/main" id="{4D102B16-0963-803B-140D-246B67B2138F}"/>
                  </a:ext>
                </a:extLst>
              </p:cNvPr>
              <p:cNvSpPr/>
              <p:nvPr/>
            </p:nvSpPr>
            <p:spPr>
              <a:xfrm rot="2677778">
                <a:off x="1891259" y="2815519"/>
                <a:ext cx="488029" cy="488029"/>
              </a:xfrm>
              <a:prstGeom prst="arc">
                <a:avLst/>
              </a:prstGeom>
              <a:ln>
                <a:prstDash val="sysDot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17" name="원호 116">
                <a:extLst>
                  <a:ext uri="{FF2B5EF4-FFF2-40B4-BE49-F238E27FC236}">
                    <a16:creationId xmlns:a16="http://schemas.microsoft.com/office/drawing/2014/main" id="{E61463C4-7263-165D-92BA-2CF31A39E4A3}"/>
                  </a:ext>
                </a:extLst>
              </p:cNvPr>
              <p:cNvSpPr/>
              <p:nvPr/>
            </p:nvSpPr>
            <p:spPr>
              <a:xfrm rot="2677778">
                <a:off x="1764995" y="2815519"/>
                <a:ext cx="488029" cy="488029"/>
              </a:xfrm>
              <a:prstGeom prst="arc">
                <a:avLst/>
              </a:prstGeom>
              <a:ln>
                <a:prstDash val="sysDot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18" name="원호 117">
                <a:extLst>
                  <a:ext uri="{FF2B5EF4-FFF2-40B4-BE49-F238E27FC236}">
                    <a16:creationId xmlns:a16="http://schemas.microsoft.com/office/drawing/2014/main" id="{590D0408-594B-AE85-EB8E-132E95346469}"/>
                  </a:ext>
                </a:extLst>
              </p:cNvPr>
              <p:cNvSpPr/>
              <p:nvPr/>
            </p:nvSpPr>
            <p:spPr>
              <a:xfrm rot="2677778">
                <a:off x="2017523" y="2815519"/>
                <a:ext cx="488029" cy="488029"/>
              </a:xfrm>
              <a:prstGeom prst="arc">
                <a:avLst/>
              </a:prstGeom>
              <a:ln>
                <a:prstDash val="sysDot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23" name="원호 122">
                <a:extLst>
                  <a:ext uri="{FF2B5EF4-FFF2-40B4-BE49-F238E27FC236}">
                    <a16:creationId xmlns:a16="http://schemas.microsoft.com/office/drawing/2014/main" id="{E16EFC02-4A72-9064-F362-CC5CB3A8C761}"/>
                  </a:ext>
                </a:extLst>
              </p:cNvPr>
              <p:cNvSpPr/>
              <p:nvPr/>
            </p:nvSpPr>
            <p:spPr>
              <a:xfrm rot="2677778">
                <a:off x="2275848" y="2815519"/>
                <a:ext cx="488029" cy="488029"/>
              </a:xfrm>
              <a:prstGeom prst="arc">
                <a:avLst/>
              </a:prstGeom>
              <a:ln>
                <a:prstDash val="sysDot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36" name="TextBox 235">
                    <a:extLst>
                      <a:ext uri="{FF2B5EF4-FFF2-40B4-BE49-F238E27FC236}">
                        <a16:creationId xmlns:a16="http://schemas.microsoft.com/office/drawing/2014/main" id="{433868C9-1F95-7970-7843-30B71BD81EDE}"/>
                      </a:ext>
                    </a:extLst>
                  </p:cNvPr>
                  <p:cNvSpPr txBox="1"/>
                  <p:nvPr/>
                </p:nvSpPr>
                <p:spPr>
                  <a:xfrm>
                    <a:off x="2022732" y="2929229"/>
                    <a:ext cx="97783" cy="12028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nor/>
                            </m:rPr>
                            <a:rPr lang="en-US" altLang="ko-KR" sz="800" b="1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m:t>r</m:t>
                          </m:r>
                          <m:r>
                            <m:rPr>
                              <m:nor/>
                            </m:rPr>
                            <a:rPr lang="en-US" altLang="ko-KR" sz="800" b="1" baseline="-25000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m:t>0</m:t>
                          </m:r>
                        </m:oMath>
                      </m:oMathPara>
                    </a14:m>
                    <a:endParaRPr lang="ko-KR" altLang="en-US" sz="800" b="1" baseline="-2500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236" name="TextBox 235">
                    <a:extLst>
                      <a:ext uri="{FF2B5EF4-FFF2-40B4-BE49-F238E27FC236}">
                        <a16:creationId xmlns:a16="http://schemas.microsoft.com/office/drawing/2014/main" id="{433868C9-1F95-7970-7843-30B71BD81ED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022732" y="2929229"/>
                    <a:ext cx="97783" cy="120289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l="-31250" r="-12500" b="-20000"/>
                    </a:stretch>
                  </a:blipFill>
                </p:spPr>
                <p:txBody>
                  <a:bodyPr/>
                  <a:lstStyle/>
                  <a:p>
                    <a:r>
                      <a:rPr lang="ko-KR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41" name="TextBox 240">
                <a:extLst>
                  <a:ext uri="{FF2B5EF4-FFF2-40B4-BE49-F238E27FC236}">
                    <a16:creationId xmlns:a16="http://schemas.microsoft.com/office/drawing/2014/main" id="{4EA6AAAD-A574-18EB-7BE1-0D375FCA1C71}"/>
                  </a:ext>
                </a:extLst>
              </p:cNvPr>
              <p:cNvSpPr txBox="1"/>
              <p:nvPr/>
            </p:nvSpPr>
            <p:spPr>
              <a:xfrm>
                <a:off x="1100330" y="3057700"/>
                <a:ext cx="70917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altLang="ko-KR" sz="700">
                    <a:latin typeface="Arial" panose="020B0604020202020204" pitchFamily="34" charset="0"/>
                    <a:cs typeface="Arial" panose="020B0604020202020204" pitchFamily="34" charset="0"/>
                  </a:rPr>
                  <a:t>Si - Channel</a:t>
                </a:r>
                <a:br>
                  <a:rPr lang="en-US" altLang="ko-KR" sz="700">
                    <a:latin typeface="Arial" panose="020B0604020202020204" pitchFamily="34" charset="0"/>
                    <a:cs typeface="Arial" panose="020B0604020202020204" pitchFamily="34" charset="0"/>
                  </a:rPr>
                </a:br>
                <a:r>
                  <a:rPr lang="en-US" altLang="ko-KR" sz="700">
                    <a:latin typeface="Arial" panose="020B0604020202020204" pitchFamily="34" charset="0"/>
                    <a:cs typeface="Arial" panose="020B0604020202020204" pitchFamily="34" charset="0"/>
                  </a:rPr>
                  <a:t>(Ch)</a:t>
                </a:r>
                <a:endParaRPr lang="ko-KR" altLang="en-US" sz="70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42" name="TextBox 241">
                <a:extLst>
                  <a:ext uri="{FF2B5EF4-FFF2-40B4-BE49-F238E27FC236}">
                    <a16:creationId xmlns:a16="http://schemas.microsoft.com/office/drawing/2014/main" id="{ADFA6492-8EC7-611E-E3A4-B264B7B6BE00}"/>
                  </a:ext>
                </a:extLst>
              </p:cNvPr>
              <p:cNvSpPr txBox="1"/>
              <p:nvPr/>
            </p:nvSpPr>
            <p:spPr>
              <a:xfrm>
                <a:off x="3196633" y="3050405"/>
                <a:ext cx="546692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700">
                    <a:latin typeface="Arial" panose="020B0604020202020204" pitchFamily="34" charset="0"/>
                    <a:cs typeface="Arial" panose="020B0604020202020204" pitchFamily="34" charset="0"/>
                  </a:rPr>
                  <a:t>Wordline</a:t>
                </a:r>
                <a:br>
                  <a:rPr lang="en-US" altLang="ko-KR" sz="700">
                    <a:latin typeface="Arial" panose="020B0604020202020204" pitchFamily="34" charset="0"/>
                    <a:cs typeface="Arial" panose="020B0604020202020204" pitchFamily="34" charset="0"/>
                  </a:rPr>
                </a:br>
                <a:r>
                  <a:rPr lang="en-US" altLang="ko-KR" sz="700">
                    <a:latin typeface="Arial" panose="020B0604020202020204" pitchFamily="34" charset="0"/>
                    <a:cs typeface="Arial" panose="020B0604020202020204" pitchFamily="34" charset="0"/>
                  </a:rPr>
                  <a:t>(WL)</a:t>
                </a:r>
                <a:endParaRPr lang="ko-KR" altLang="en-US" sz="70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32" name="TextBox 331">
                    <a:extLst>
                      <a:ext uri="{FF2B5EF4-FFF2-40B4-BE49-F238E27FC236}">
                        <a16:creationId xmlns:a16="http://schemas.microsoft.com/office/drawing/2014/main" id="{88DD9990-4809-8552-9422-931D8CDEDF58}"/>
                      </a:ext>
                    </a:extLst>
                  </p:cNvPr>
                  <p:cNvSpPr txBox="1"/>
                  <p:nvPr/>
                </p:nvSpPr>
                <p:spPr>
                  <a:xfrm>
                    <a:off x="2153983" y="2929229"/>
                    <a:ext cx="97783" cy="12028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nor/>
                            </m:rPr>
                            <a:rPr lang="en-US" altLang="ko-KR" sz="800" b="1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m:t>r</m:t>
                          </m:r>
                          <m:r>
                            <m:rPr>
                              <m:nor/>
                            </m:rPr>
                            <a:rPr lang="en-US" altLang="ko-KR" sz="800" b="1" i="0" baseline="-25000" smtClean="0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m:t>1</m:t>
                          </m:r>
                        </m:oMath>
                      </m:oMathPara>
                    </a14:m>
                    <a:endParaRPr lang="ko-KR" altLang="en-US" sz="800" b="1" baseline="-2500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332" name="TextBox 331">
                    <a:extLst>
                      <a:ext uri="{FF2B5EF4-FFF2-40B4-BE49-F238E27FC236}">
                        <a16:creationId xmlns:a16="http://schemas.microsoft.com/office/drawing/2014/main" id="{88DD9990-4809-8552-9422-931D8CDEDF5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153983" y="2929229"/>
                    <a:ext cx="97783" cy="120289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l="-25000" r="-12500" b="-20000"/>
                    </a:stretch>
                  </a:blipFill>
                </p:spPr>
                <p:txBody>
                  <a:bodyPr/>
                  <a:lstStyle/>
                  <a:p>
                    <a:r>
                      <a:rPr lang="ko-KR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33" name="TextBox 332">
                    <a:extLst>
                      <a:ext uri="{FF2B5EF4-FFF2-40B4-BE49-F238E27FC236}">
                        <a16:creationId xmlns:a16="http://schemas.microsoft.com/office/drawing/2014/main" id="{3BAACD08-C421-1A35-E6A6-8B78DECDC898}"/>
                      </a:ext>
                    </a:extLst>
                  </p:cNvPr>
                  <p:cNvSpPr txBox="1"/>
                  <p:nvPr/>
                </p:nvSpPr>
                <p:spPr>
                  <a:xfrm>
                    <a:off x="2283639" y="2929229"/>
                    <a:ext cx="97783" cy="12028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nor/>
                            </m:rPr>
                            <a:rPr lang="en-US" altLang="ko-KR" sz="800" b="1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m:t>r</m:t>
                          </m:r>
                          <m:r>
                            <m:rPr>
                              <m:nor/>
                            </m:rPr>
                            <a:rPr lang="en-US" altLang="ko-KR" sz="800" b="1" i="0" baseline="-25000" smtClean="0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m:t>2</m:t>
                          </m:r>
                        </m:oMath>
                      </m:oMathPara>
                    </a14:m>
                    <a:endParaRPr lang="ko-KR" altLang="en-US" sz="800" b="1" baseline="-2500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333" name="TextBox 332">
                    <a:extLst>
                      <a:ext uri="{FF2B5EF4-FFF2-40B4-BE49-F238E27FC236}">
                        <a16:creationId xmlns:a16="http://schemas.microsoft.com/office/drawing/2014/main" id="{3BAACD08-C421-1A35-E6A6-8B78DECDC89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283639" y="2929229"/>
                    <a:ext cx="97783" cy="120289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 l="-31250" r="-12500" b="-20000"/>
                    </a:stretch>
                  </a:blipFill>
                </p:spPr>
                <p:txBody>
                  <a:bodyPr/>
                  <a:lstStyle/>
                  <a:p>
                    <a:r>
                      <a:rPr lang="ko-KR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34" name="TextBox 333">
                    <a:extLst>
                      <a:ext uri="{FF2B5EF4-FFF2-40B4-BE49-F238E27FC236}">
                        <a16:creationId xmlns:a16="http://schemas.microsoft.com/office/drawing/2014/main" id="{20E39FAB-6FA9-0527-6914-A87BBCE1B76C}"/>
                      </a:ext>
                    </a:extLst>
                  </p:cNvPr>
                  <p:cNvSpPr txBox="1"/>
                  <p:nvPr/>
                </p:nvSpPr>
                <p:spPr>
                  <a:xfrm>
                    <a:off x="2412793" y="2929229"/>
                    <a:ext cx="97783" cy="12028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nor/>
                            </m:rPr>
                            <a:rPr lang="en-US" altLang="ko-KR" sz="800" b="1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m:t>r</m:t>
                          </m:r>
                          <m:r>
                            <m:rPr>
                              <m:nor/>
                            </m:rPr>
                            <a:rPr lang="en-US" altLang="ko-KR" sz="800" b="1" i="0" baseline="-25000" smtClean="0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m:t>3</m:t>
                          </m:r>
                        </m:oMath>
                      </m:oMathPara>
                    </a14:m>
                    <a:endParaRPr lang="ko-KR" altLang="en-US" sz="800" b="1" baseline="-2500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334" name="TextBox 333">
                    <a:extLst>
                      <a:ext uri="{FF2B5EF4-FFF2-40B4-BE49-F238E27FC236}">
                        <a16:creationId xmlns:a16="http://schemas.microsoft.com/office/drawing/2014/main" id="{20E39FAB-6FA9-0527-6914-A87BBCE1B76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412793" y="2929229"/>
                    <a:ext cx="97783" cy="120289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 l="-31250" r="-12500" b="-20000"/>
                    </a:stretch>
                  </a:blipFill>
                </p:spPr>
                <p:txBody>
                  <a:bodyPr/>
                  <a:lstStyle/>
                  <a:p>
                    <a:r>
                      <a:rPr lang="ko-KR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35" name="TextBox 334">
                    <a:extLst>
                      <a:ext uri="{FF2B5EF4-FFF2-40B4-BE49-F238E27FC236}">
                        <a16:creationId xmlns:a16="http://schemas.microsoft.com/office/drawing/2014/main" id="{59CFC7D8-CAB7-4308-96D9-3C64A4C867C9}"/>
                      </a:ext>
                    </a:extLst>
                  </p:cNvPr>
                  <p:cNvSpPr txBox="1"/>
                  <p:nvPr/>
                </p:nvSpPr>
                <p:spPr>
                  <a:xfrm>
                    <a:off x="2780438" y="2929229"/>
                    <a:ext cx="89768" cy="12028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 algn="ctr"/>
                    <a14:m>
                      <m:oMath xmlns:m="http://schemas.openxmlformats.org/officeDocument/2006/math">
                        <m:r>
                          <m:rPr>
                            <m:nor/>
                          </m:rPr>
                          <a:rPr lang="en-US" altLang="ko-KR" sz="800" b="1">
                            <a:latin typeface="Arial" panose="020B0604020202020204" pitchFamily="34" charset="0"/>
                            <a:cs typeface="Arial" panose="020B0604020202020204" pitchFamily="34" charset="0"/>
                          </a:rPr>
                          <m:t>r</m:t>
                        </m:r>
                      </m:oMath>
                    </a14:m>
                    <a:r>
                      <a:rPr lang="en-US" altLang="ko-KR" sz="800" b="1" baseline="-2500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N</a:t>
                    </a:r>
                    <a:endParaRPr lang="ko-KR" altLang="en-US" sz="800" b="1" baseline="-2500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335" name="TextBox 334">
                    <a:extLst>
                      <a:ext uri="{FF2B5EF4-FFF2-40B4-BE49-F238E27FC236}">
                        <a16:creationId xmlns:a16="http://schemas.microsoft.com/office/drawing/2014/main" id="{59CFC7D8-CAB7-4308-96D9-3C64A4C867C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780438" y="2929229"/>
                    <a:ext cx="89768" cy="120289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 l="-33333" r="-40000" b="-40000"/>
                    </a:stretch>
                  </a:blipFill>
                </p:spPr>
                <p:txBody>
                  <a:bodyPr/>
                  <a:lstStyle/>
                  <a:p>
                    <a:r>
                      <a:rPr lang="ko-KR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36" name="TextBox 335">
                    <a:extLst>
                      <a:ext uri="{FF2B5EF4-FFF2-40B4-BE49-F238E27FC236}">
                        <a16:creationId xmlns:a16="http://schemas.microsoft.com/office/drawing/2014/main" id="{71511585-A780-79D0-0BBE-E9902B914B71}"/>
                      </a:ext>
                    </a:extLst>
                  </p:cNvPr>
                  <p:cNvSpPr txBox="1"/>
                  <p:nvPr/>
                </p:nvSpPr>
                <p:spPr>
                  <a:xfrm>
                    <a:off x="3085111" y="2929229"/>
                    <a:ext cx="145873" cy="12028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 algn="ctr"/>
                    <a14:m>
                      <m:oMath xmlns:m="http://schemas.openxmlformats.org/officeDocument/2006/math">
                        <m:r>
                          <m:rPr>
                            <m:nor/>
                          </m:rPr>
                          <a:rPr lang="en-US" altLang="ko-KR" sz="800" b="1">
                            <a:latin typeface="Arial" panose="020B0604020202020204" pitchFamily="34" charset="0"/>
                            <a:cs typeface="Arial" panose="020B0604020202020204" pitchFamily="34" charset="0"/>
                          </a:rPr>
                          <m:t>r</m:t>
                        </m:r>
                      </m:oMath>
                    </a14:m>
                    <a:r>
                      <a:rPr lang="en-US" altLang="ko-KR" sz="800" b="1" baseline="-2500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WL</a:t>
                    </a:r>
                    <a:endParaRPr lang="ko-KR" altLang="en-US" sz="800" b="1" baseline="-2500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336" name="TextBox 335">
                    <a:extLst>
                      <a:ext uri="{FF2B5EF4-FFF2-40B4-BE49-F238E27FC236}">
                        <a16:creationId xmlns:a16="http://schemas.microsoft.com/office/drawing/2014/main" id="{71511585-A780-79D0-0BBE-E9902B914B7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085111" y="2929229"/>
                    <a:ext cx="145873" cy="120289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 l="-20833" r="-29167" b="-40000"/>
                    </a:stretch>
                  </a:blipFill>
                </p:spPr>
                <p:txBody>
                  <a:bodyPr/>
                  <a:lstStyle/>
                  <a:p>
                    <a:r>
                      <a:rPr lang="ko-KR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37" name="TextBox 336">
                    <a:extLst>
                      <a:ext uri="{FF2B5EF4-FFF2-40B4-BE49-F238E27FC236}">
                        <a16:creationId xmlns:a16="http://schemas.microsoft.com/office/drawing/2014/main" id="{E292FC31-0E07-B868-FE78-2F6D3D2D832C}"/>
                      </a:ext>
                    </a:extLst>
                  </p:cNvPr>
                  <p:cNvSpPr txBox="1"/>
                  <p:nvPr/>
                </p:nvSpPr>
                <p:spPr>
                  <a:xfrm>
                    <a:off x="1662841" y="2924360"/>
                    <a:ext cx="131446" cy="12028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 algn="ctr"/>
                    <a14:m>
                      <m:oMath xmlns:m="http://schemas.openxmlformats.org/officeDocument/2006/math">
                        <m:r>
                          <m:rPr>
                            <m:nor/>
                          </m:rPr>
                          <a:rPr lang="en-US" altLang="ko-KR" sz="800" b="1">
                            <a:latin typeface="Arial" panose="020B0604020202020204" pitchFamily="34" charset="0"/>
                            <a:cs typeface="Arial" panose="020B0604020202020204" pitchFamily="34" charset="0"/>
                          </a:rPr>
                          <m:t>r</m:t>
                        </m:r>
                      </m:oMath>
                    </a14:m>
                    <a:r>
                      <a:rPr lang="en-US" altLang="ko-KR" sz="800" b="1" baseline="-2500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Ch</a:t>
                    </a:r>
                    <a:endParaRPr lang="ko-KR" altLang="en-US" sz="800" b="1" baseline="-2500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337" name="TextBox 336">
                    <a:extLst>
                      <a:ext uri="{FF2B5EF4-FFF2-40B4-BE49-F238E27FC236}">
                        <a16:creationId xmlns:a16="http://schemas.microsoft.com/office/drawing/2014/main" id="{E292FC31-0E07-B868-FE78-2F6D3D2D832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662841" y="2924360"/>
                    <a:ext cx="131446" cy="120289"/>
                  </a:xfrm>
                  <a:prstGeom prst="rect">
                    <a:avLst/>
                  </a:prstGeom>
                  <a:blipFill>
                    <a:blip r:embed="rId16"/>
                    <a:stretch>
                      <a:fillRect l="-23810" r="-38095" b="-40000"/>
                    </a:stretch>
                  </a:blipFill>
                </p:spPr>
                <p:txBody>
                  <a:bodyPr/>
                  <a:lstStyle/>
                  <a:p>
                    <a:r>
                      <a:rPr lang="ko-KR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362" name="TextBox 361">
                <a:extLst>
                  <a:ext uri="{FF2B5EF4-FFF2-40B4-BE49-F238E27FC236}">
                    <a16:creationId xmlns:a16="http://schemas.microsoft.com/office/drawing/2014/main" id="{DA5803B3-CC2E-5430-5100-74DF5A70A8DE}"/>
                  </a:ext>
                </a:extLst>
              </p:cNvPr>
              <p:cNvSpPr txBox="1"/>
              <p:nvPr/>
            </p:nvSpPr>
            <p:spPr>
              <a:xfrm>
                <a:off x="1337549" y="2445789"/>
                <a:ext cx="360492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700" b="1">
                    <a:latin typeface="Arial" panose="020B0604020202020204" pitchFamily="34" charset="0"/>
                    <a:cs typeface="Arial" panose="020B0604020202020204" pitchFamily="34" charset="0"/>
                  </a:rPr>
                  <a:t>(c)</a:t>
                </a:r>
                <a:endParaRPr lang="ko-KR" altLang="en-US" sz="700" b="1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569" name="TextBox 568">
              <a:extLst>
                <a:ext uri="{FF2B5EF4-FFF2-40B4-BE49-F238E27FC236}">
                  <a16:creationId xmlns:a16="http://schemas.microsoft.com/office/drawing/2014/main" id="{B706F012-FF07-5060-D450-1E1B1E1701B5}"/>
                </a:ext>
              </a:extLst>
            </p:cNvPr>
            <p:cNvSpPr txBox="1"/>
            <p:nvPr/>
          </p:nvSpPr>
          <p:spPr>
            <a:xfrm>
              <a:off x="2373140" y="2758062"/>
              <a:ext cx="49470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>
                  <a:latin typeface="Arial" panose="020B0604020202020204" pitchFamily="34" charset="0"/>
                  <a:cs typeface="Arial" panose="020B0604020202020204" pitchFamily="34" charset="0"/>
                </a:rPr>
                <a:t>...</a:t>
              </a:r>
              <a:endParaRPr lang="ko-KR" altLang="en-US" sz="12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cxnSp>
        <p:nvCxnSpPr>
          <p:cNvPr id="579" name="직선 연결선 578">
            <a:extLst>
              <a:ext uri="{FF2B5EF4-FFF2-40B4-BE49-F238E27FC236}">
                <a16:creationId xmlns:a16="http://schemas.microsoft.com/office/drawing/2014/main" id="{99638A37-D62B-C22F-F916-8B9585B50644}"/>
              </a:ext>
            </a:extLst>
          </p:cNvPr>
          <p:cNvCxnSpPr>
            <a:cxnSpLocks/>
          </p:cNvCxnSpPr>
          <p:nvPr/>
        </p:nvCxnSpPr>
        <p:spPr>
          <a:xfrm flipV="1">
            <a:off x="2762461" y="2500327"/>
            <a:ext cx="92419" cy="499406"/>
          </a:xfrm>
          <a:prstGeom prst="line">
            <a:avLst/>
          </a:prstGeom>
          <a:ln w="3175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602" name="그룹 601">
            <a:extLst>
              <a:ext uri="{FF2B5EF4-FFF2-40B4-BE49-F238E27FC236}">
                <a16:creationId xmlns:a16="http://schemas.microsoft.com/office/drawing/2014/main" id="{25232DB7-889A-3A06-F43F-E5A6A3570C2E}"/>
              </a:ext>
            </a:extLst>
          </p:cNvPr>
          <p:cNvGrpSpPr/>
          <p:nvPr/>
        </p:nvGrpSpPr>
        <p:grpSpPr>
          <a:xfrm>
            <a:off x="444954" y="3914309"/>
            <a:ext cx="2931952" cy="1267612"/>
            <a:chOff x="444954" y="3914309"/>
            <a:chExt cx="2931952" cy="1267612"/>
          </a:xfrm>
        </p:grpSpPr>
        <p:sp>
          <p:nvSpPr>
            <p:cNvPr id="276" name="타원 275">
              <a:extLst>
                <a:ext uri="{FF2B5EF4-FFF2-40B4-BE49-F238E27FC236}">
                  <a16:creationId xmlns:a16="http://schemas.microsoft.com/office/drawing/2014/main" id="{8DD8B11A-3628-657D-A200-C7A5981CAA2E}"/>
                </a:ext>
              </a:extLst>
            </p:cNvPr>
            <p:cNvSpPr/>
            <p:nvPr/>
          </p:nvSpPr>
          <p:spPr>
            <a:xfrm>
              <a:off x="710049" y="4215920"/>
              <a:ext cx="571304" cy="571304"/>
            </a:xfrm>
            <a:prstGeom prst="ellipse">
              <a:avLst/>
            </a:prstGeom>
            <a:gradFill flip="none" rotWithShape="1">
              <a:gsLst>
                <a:gs pos="0">
                  <a:srgbClr val="FFFF00"/>
                </a:gs>
                <a:gs pos="68000">
                  <a:schemeClr val="bg1">
                    <a:lumMod val="87000"/>
                  </a:schemeClr>
                </a:gs>
                <a:gs pos="100000">
                  <a:schemeClr val="accent1">
                    <a:lumMod val="10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 w="63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75" name="TextBox 274">
              <a:extLst>
                <a:ext uri="{FF2B5EF4-FFF2-40B4-BE49-F238E27FC236}">
                  <a16:creationId xmlns:a16="http://schemas.microsoft.com/office/drawing/2014/main" id="{D6BE220E-EFF7-B5AD-AA55-12AFA12A2D80}"/>
                </a:ext>
              </a:extLst>
            </p:cNvPr>
            <p:cNvSpPr txBox="1"/>
            <p:nvPr/>
          </p:nvSpPr>
          <p:spPr>
            <a:xfrm>
              <a:off x="444954" y="3914309"/>
              <a:ext cx="360492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700" b="1">
                  <a:latin typeface="Arial" panose="020B0604020202020204" pitchFamily="34" charset="0"/>
                  <a:cs typeface="Arial" panose="020B0604020202020204" pitchFamily="34" charset="0"/>
                </a:rPr>
                <a:t>(d)</a:t>
              </a:r>
              <a:endParaRPr lang="ko-KR" altLang="en-US" sz="700" b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77" name="타원 276">
              <a:extLst>
                <a:ext uri="{FF2B5EF4-FFF2-40B4-BE49-F238E27FC236}">
                  <a16:creationId xmlns:a16="http://schemas.microsoft.com/office/drawing/2014/main" id="{6EA85C1C-BCE6-A806-9B72-4BA03ECF4AA3}"/>
                </a:ext>
              </a:extLst>
            </p:cNvPr>
            <p:cNvSpPr/>
            <p:nvPr/>
          </p:nvSpPr>
          <p:spPr>
            <a:xfrm>
              <a:off x="859275" y="4365146"/>
              <a:ext cx="272853" cy="272853"/>
            </a:xfrm>
            <a:prstGeom prst="ellipse">
              <a:avLst/>
            </a:prstGeom>
            <a:solidFill>
              <a:schemeClr val="bg1"/>
            </a:solidFill>
            <a:ln w="63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78" name="타원 277">
              <a:extLst>
                <a:ext uri="{FF2B5EF4-FFF2-40B4-BE49-F238E27FC236}">
                  <a16:creationId xmlns:a16="http://schemas.microsoft.com/office/drawing/2014/main" id="{10D31041-C1B7-2C10-B59C-30CC0DC08E13}"/>
                </a:ext>
              </a:extLst>
            </p:cNvPr>
            <p:cNvSpPr/>
            <p:nvPr/>
          </p:nvSpPr>
          <p:spPr>
            <a:xfrm>
              <a:off x="1595454" y="4360656"/>
              <a:ext cx="272853" cy="272853"/>
            </a:xfrm>
            <a:prstGeom prst="ellipse">
              <a:avLst/>
            </a:prstGeom>
            <a:solidFill>
              <a:srgbClr val="FFE38B"/>
            </a:solidFill>
            <a:ln w="635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79" name="타원 278">
              <a:extLst>
                <a:ext uri="{FF2B5EF4-FFF2-40B4-BE49-F238E27FC236}">
                  <a16:creationId xmlns:a16="http://schemas.microsoft.com/office/drawing/2014/main" id="{369CEBC2-247C-C210-A5C2-C0FB15DAADEB}"/>
                </a:ext>
              </a:extLst>
            </p:cNvPr>
            <p:cNvSpPr/>
            <p:nvPr/>
          </p:nvSpPr>
          <p:spPr>
            <a:xfrm>
              <a:off x="2009950" y="4350409"/>
              <a:ext cx="309600" cy="309600"/>
            </a:xfrm>
            <a:prstGeom prst="ellipse">
              <a:avLst/>
            </a:prstGeom>
            <a:solidFill>
              <a:srgbClr val="FFD85B"/>
            </a:solidFill>
            <a:ln w="635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81" name="타원 280">
              <a:extLst>
                <a:ext uri="{FF2B5EF4-FFF2-40B4-BE49-F238E27FC236}">
                  <a16:creationId xmlns:a16="http://schemas.microsoft.com/office/drawing/2014/main" id="{21A3D865-1926-E1EA-8EC0-5ECCBBB71C3A}"/>
                </a:ext>
              </a:extLst>
            </p:cNvPr>
            <p:cNvSpPr/>
            <p:nvPr/>
          </p:nvSpPr>
          <p:spPr>
            <a:xfrm>
              <a:off x="2796877" y="4219557"/>
              <a:ext cx="571304" cy="571304"/>
            </a:xfrm>
            <a:prstGeom prst="ellipse">
              <a:avLst/>
            </a:prstGeom>
            <a:solidFill>
              <a:srgbClr val="9FD6EF"/>
            </a:solidFill>
            <a:ln w="635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09" name="TextBox 308">
              <a:extLst>
                <a:ext uri="{FF2B5EF4-FFF2-40B4-BE49-F238E27FC236}">
                  <a16:creationId xmlns:a16="http://schemas.microsoft.com/office/drawing/2014/main" id="{E2154164-6EB4-BBC2-83BB-9807BA8A0FAD}"/>
                </a:ext>
              </a:extLst>
            </p:cNvPr>
            <p:cNvSpPr txBox="1"/>
            <p:nvPr/>
          </p:nvSpPr>
          <p:spPr>
            <a:xfrm>
              <a:off x="756460" y="3999966"/>
              <a:ext cx="494704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000">
                  <a:latin typeface="Arial" panose="020B0604020202020204" pitchFamily="34" charset="0"/>
                  <a:cs typeface="Arial" panose="020B0604020202020204" pitchFamily="34" charset="0"/>
                </a:rPr>
                <a:t>Q</a:t>
              </a:r>
              <a:endParaRPr lang="ko-KR" altLang="en-US" sz="1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10" name="TextBox 309">
              <a:extLst>
                <a:ext uri="{FF2B5EF4-FFF2-40B4-BE49-F238E27FC236}">
                  <a16:creationId xmlns:a16="http://schemas.microsoft.com/office/drawing/2014/main" id="{47B0BF86-A75A-D967-A3DE-666CC86B0DA2}"/>
                </a:ext>
              </a:extLst>
            </p:cNvPr>
            <p:cNvSpPr txBox="1"/>
            <p:nvPr/>
          </p:nvSpPr>
          <p:spPr>
            <a:xfrm>
              <a:off x="1437503" y="4017428"/>
              <a:ext cx="588754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sz="900" baseline="-25000">
                  <a:latin typeface="Arial" panose="020B0604020202020204" pitchFamily="34" charset="0"/>
                  <a:cs typeface="Arial" panose="020B0604020202020204" pitchFamily="34" charset="0"/>
                </a:rPr>
                <a:t>0</a:t>
              </a:r>
              <a:endParaRPr lang="ko-KR" altLang="en-US" sz="900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11" name="TextBox 310">
              <a:extLst>
                <a:ext uri="{FF2B5EF4-FFF2-40B4-BE49-F238E27FC236}">
                  <a16:creationId xmlns:a16="http://schemas.microsoft.com/office/drawing/2014/main" id="{EBF81BA2-5982-C7CB-35FA-BD3114423799}"/>
                </a:ext>
              </a:extLst>
            </p:cNvPr>
            <p:cNvSpPr txBox="1"/>
            <p:nvPr/>
          </p:nvSpPr>
          <p:spPr>
            <a:xfrm>
              <a:off x="1870373" y="4017428"/>
              <a:ext cx="588754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sz="900" baseline="-25000">
                  <a:latin typeface="Arial" panose="020B0604020202020204" pitchFamily="34" charset="0"/>
                  <a:cs typeface="Arial" panose="020B0604020202020204" pitchFamily="34" charset="0"/>
                </a:rPr>
                <a:t>2</a:t>
              </a:r>
              <a:endParaRPr lang="ko-KR" altLang="en-US" sz="900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12" name="TextBox 311">
              <a:extLst>
                <a:ext uri="{FF2B5EF4-FFF2-40B4-BE49-F238E27FC236}">
                  <a16:creationId xmlns:a16="http://schemas.microsoft.com/office/drawing/2014/main" id="{F8589EA8-0247-F490-E19A-1BF214FFBE31}"/>
                </a:ext>
              </a:extLst>
            </p:cNvPr>
            <p:cNvSpPr txBox="1"/>
            <p:nvPr/>
          </p:nvSpPr>
          <p:spPr>
            <a:xfrm>
              <a:off x="2788152" y="4017428"/>
              <a:ext cx="588754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sz="900" baseline="-25000">
                  <a:latin typeface="Arial" panose="020B0604020202020204" pitchFamily="34" charset="0"/>
                  <a:cs typeface="Arial" panose="020B0604020202020204" pitchFamily="34" charset="0"/>
                </a:rPr>
                <a:t>N</a:t>
              </a:r>
              <a:endParaRPr lang="ko-KR" altLang="en-US" sz="900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13" name="TextBox 312">
              <a:extLst>
                <a:ext uri="{FF2B5EF4-FFF2-40B4-BE49-F238E27FC236}">
                  <a16:creationId xmlns:a16="http://schemas.microsoft.com/office/drawing/2014/main" id="{D0DAF6B8-35C0-2270-9B8A-E2FCB2E73D84}"/>
                </a:ext>
              </a:extLst>
            </p:cNvPr>
            <p:cNvSpPr txBox="1"/>
            <p:nvPr/>
          </p:nvSpPr>
          <p:spPr>
            <a:xfrm>
              <a:off x="1134091" y="3999966"/>
              <a:ext cx="494704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000">
                  <a:latin typeface="Arial" panose="020B0604020202020204" pitchFamily="34" charset="0"/>
                  <a:cs typeface="Arial" panose="020B0604020202020204" pitchFamily="34" charset="0"/>
                </a:rPr>
                <a:t>=</a:t>
              </a:r>
              <a:endParaRPr lang="ko-KR" altLang="en-US" sz="1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14" name="TextBox 313">
              <a:extLst>
                <a:ext uri="{FF2B5EF4-FFF2-40B4-BE49-F238E27FC236}">
                  <a16:creationId xmlns:a16="http://schemas.microsoft.com/office/drawing/2014/main" id="{F0993BB5-1391-F8E1-F8FD-807A6063E5CC}"/>
                </a:ext>
              </a:extLst>
            </p:cNvPr>
            <p:cNvSpPr txBox="1"/>
            <p:nvPr/>
          </p:nvSpPr>
          <p:spPr>
            <a:xfrm>
              <a:off x="1700963" y="4032817"/>
              <a:ext cx="494704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800">
                  <a:latin typeface="Arial" panose="020B0604020202020204" pitchFamily="34" charset="0"/>
                  <a:cs typeface="Arial" panose="020B0604020202020204" pitchFamily="34" charset="0"/>
                </a:rPr>
                <a:t>+</a:t>
              </a:r>
              <a:endParaRPr lang="ko-KR" altLang="en-US" sz="8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15" name="TextBox 314">
              <a:extLst>
                <a:ext uri="{FF2B5EF4-FFF2-40B4-BE49-F238E27FC236}">
                  <a16:creationId xmlns:a16="http://schemas.microsoft.com/office/drawing/2014/main" id="{8D42F718-2BBB-5E53-016F-5F6FACB2A8C3}"/>
                </a:ext>
              </a:extLst>
            </p:cNvPr>
            <p:cNvSpPr txBox="1"/>
            <p:nvPr/>
          </p:nvSpPr>
          <p:spPr>
            <a:xfrm>
              <a:off x="2124311" y="4032817"/>
              <a:ext cx="494704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800">
                  <a:latin typeface="Arial" panose="020B0604020202020204" pitchFamily="34" charset="0"/>
                  <a:cs typeface="Arial" panose="020B0604020202020204" pitchFamily="34" charset="0"/>
                </a:rPr>
                <a:t>+</a:t>
              </a:r>
              <a:endParaRPr lang="ko-KR" altLang="en-US" sz="8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16" name="TextBox 315">
              <a:extLst>
                <a:ext uri="{FF2B5EF4-FFF2-40B4-BE49-F238E27FC236}">
                  <a16:creationId xmlns:a16="http://schemas.microsoft.com/office/drawing/2014/main" id="{96FF35B4-D844-C815-986C-3283B9CE6941}"/>
                </a:ext>
              </a:extLst>
            </p:cNvPr>
            <p:cNvSpPr txBox="1"/>
            <p:nvPr/>
          </p:nvSpPr>
          <p:spPr>
            <a:xfrm>
              <a:off x="2625737" y="4032817"/>
              <a:ext cx="494704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800">
                  <a:latin typeface="Arial" panose="020B0604020202020204" pitchFamily="34" charset="0"/>
                  <a:cs typeface="Arial" panose="020B0604020202020204" pitchFamily="34" charset="0"/>
                </a:rPr>
                <a:t>+</a:t>
              </a:r>
              <a:endParaRPr lang="ko-KR" altLang="en-US" sz="8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17" name="TextBox 316">
              <a:extLst>
                <a:ext uri="{FF2B5EF4-FFF2-40B4-BE49-F238E27FC236}">
                  <a16:creationId xmlns:a16="http://schemas.microsoft.com/office/drawing/2014/main" id="{350DA11A-2C1A-00A0-559F-BDD25ABADD55}"/>
                </a:ext>
              </a:extLst>
            </p:cNvPr>
            <p:cNvSpPr txBox="1"/>
            <p:nvPr/>
          </p:nvSpPr>
          <p:spPr>
            <a:xfrm>
              <a:off x="2375024" y="3967866"/>
              <a:ext cx="49470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>
                  <a:latin typeface="Arial" panose="020B0604020202020204" pitchFamily="34" charset="0"/>
                  <a:cs typeface="Arial" panose="020B0604020202020204" pitchFamily="34" charset="0"/>
                </a:rPr>
                <a:t>...</a:t>
              </a:r>
              <a:endParaRPr lang="ko-KR" altLang="en-US" sz="12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18" name="TextBox 317">
              <a:extLst>
                <a:ext uri="{FF2B5EF4-FFF2-40B4-BE49-F238E27FC236}">
                  <a16:creationId xmlns:a16="http://schemas.microsoft.com/office/drawing/2014/main" id="{98E64D4E-E985-1B5C-69F1-298289E8F7F8}"/>
                </a:ext>
              </a:extLst>
            </p:cNvPr>
            <p:cNvSpPr txBox="1"/>
            <p:nvPr/>
          </p:nvSpPr>
          <p:spPr>
            <a:xfrm>
              <a:off x="1187590" y="4303226"/>
              <a:ext cx="49470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>
                  <a:latin typeface="Arial" panose="020B0604020202020204" pitchFamily="34" charset="0"/>
                  <a:cs typeface="Arial" panose="020B0604020202020204" pitchFamily="34" charset="0"/>
                </a:rPr>
                <a:t>=</a:t>
              </a:r>
              <a:endParaRPr lang="ko-KR" altLang="en-US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19" name="TextBox 318">
              <a:extLst>
                <a:ext uri="{FF2B5EF4-FFF2-40B4-BE49-F238E27FC236}">
                  <a16:creationId xmlns:a16="http://schemas.microsoft.com/office/drawing/2014/main" id="{8628BE59-42D0-0D0A-7AE7-E58237A99F7D}"/>
                </a:ext>
              </a:extLst>
            </p:cNvPr>
            <p:cNvSpPr txBox="1"/>
            <p:nvPr/>
          </p:nvSpPr>
          <p:spPr>
            <a:xfrm>
              <a:off x="1688837" y="4368783"/>
              <a:ext cx="49470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>
                  <a:latin typeface="Arial" panose="020B0604020202020204" pitchFamily="34" charset="0"/>
                  <a:cs typeface="Arial" panose="020B0604020202020204" pitchFamily="34" charset="0"/>
                </a:rPr>
                <a:t>+</a:t>
              </a:r>
              <a:endParaRPr lang="ko-KR" altLang="en-US" sz="12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20" name="TextBox 319">
              <a:extLst>
                <a:ext uri="{FF2B5EF4-FFF2-40B4-BE49-F238E27FC236}">
                  <a16:creationId xmlns:a16="http://schemas.microsoft.com/office/drawing/2014/main" id="{1D95085C-622D-D872-4528-AFB638BFE7A8}"/>
                </a:ext>
              </a:extLst>
            </p:cNvPr>
            <p:cNvSpPr txBox="1"/>
            <p:nvPr/>
          </p:nvSpPr>
          <p:spPr>
            <a:xfrm>
              <a:off x="2143363" y="4366710"/>
              <a:ext cx="49470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>
                  <a:latin typeface="Arial" panose="020B0604020202020204" pitchFamily="34" charset="0"/>
                  <a:cs typeface="Arial" panose="020B0604020202020204" pitchFamily="34" charset="0"/>
                </a:rPr>
                <a:t>+</a:t>
              </a:r>
              <a:endParaRPr lang="ko-KR" altLang="en-US" sz="12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21" name="TextBox 320">
              <a:extLst>
                <a:ext uri="{FF2B5EF4-FFF2-40B4-BE49-F238E27FC236}">
                  <a16:creationId xmlns:a16="http://schemas.microsoft.com/office/drawing/2014/main" id="{CD6AB1EC-5A1A-47B0-0349-672876F53776}"/>
                </a:ext>
              </a:extLst>
            </p:cNvPr>
            <p:cNvSpPr txBox="1"/>
            <p:nvPr/>
          </p:nvSpPr>
          <p:spPr>
            <a:xfrm>
              <a:off x="2478696" y="4366710"/>
              <a:ext cx="49470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>
                  <a:latin typeface="Arial" panose="020B0604020202020204" pitchFamily="34" charset="0"/>
                  <a:cs typeface="Arial" panose="020B0604020202020204" pitchFamily="34" charset="0"/>
                </a:rPr>
                <a:t>+</a:t>
              </a:r>
              <a:endParaRPr lang="ko-KR" altLang="en-US" sz="12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22" name="TextBox 321">
              <a:extLst>
                <a:ext uri="{FF2B5EF4-FFF2-40B4-BE49-F238E27FC236}">
                  <a16:creationId xmlns:a16="http://schemas.microsoft.com/office/drawing/2014/main" id="{9DA45D9D-DB55-5B11-1B12-4252CB9D9884}"/>
                </a:ext>
              </a:extLst>
            </p:cNvPr>
            <p:cNvSpPr txBox="1"/>
            <p:nvPr/>
          </p:nvSpPr>
          <p:spPr>
            <a:xfrm>
              <a:off x="2311029" y="4316981"/>
              <a:ext cx="49470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>
                  <a:latin typeface="Arial" panose="020B0604020202020204" pitchFamily="34" charset="0"/>
                  <a:cs typeface="Arial" panose="020B0604020202020204" pitchFamily="34" charset="0"/>
                </a:rPr>
                <a:t>...</a:t>
              </a:r>
              <a:endParaRPr lang="ko-KR" altLang="en-US" sz="12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23" name="TextBox 322">
              <a:extLst>
                <a:ext uri="{FF2B5EF4-FFF2-40B4-BE49-F238E27FC236}">
                  <a16:creationId xmlns:a16="http://schemas.microsoft.com/office/drawing/2014/main" id="{5651BC82-8789-3433-1EB8-D4CF4570327B}"/>
                </a:ext>
              </a:extLst>
            </p:cNvPr>
            <p:cNvSpPr txBox="1"/>
            <p:nvPr/>
          </p:nvSpPr>
          <p:spPr>
            <a:xfrm>
              <a:off x="1556649" y="4397055"/>
              <a:ext cx="350462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 b="1">
                  <a:latin typeface="Arial" panose="020B0604020202020204" pitchFamily="34" charset="0"/>
                  <a:cs typeface="Arial" panose="020B0604020202020204" pitchFamily="34" charset="0"/>
                </a:rPr>
                <a:t>r</a:t>
              </a:r>
              <a:r>
                <a:rPr lang="en-US" altLang="ko-KR" sz="700" b="1" baseline="-25000">
                  <a:latin typeface="Arial" panose="020B0604020202020204" pitchFamily="34" charset="0"/>
                  <a:cs typeface="Arial" panose="020B0604020202020204" pitchFamily="34" charset="0"/>
                </a:rPr>
                <a:t>0</a:t>
              </a:r>
              <a:endParaRPr lang="ko-KR" altLang="en-US" sz="700" b="1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25" name="TextBox 324">
              <a:extLst>
                <a:ext uri="{FF2B5EF4-FFF2-40B4-BE49-F238E27FC236}">
                  <a16:creationId xmlns:a16="http://schemas.microsoft.com/office/drawing/2014/main" id="{FDEE149B-AF80-995F-364C-7B30804AC7FF}"/>
                </a:ext>
              </a:extLst>
            </p:cNvPr>
            <p:cNvSpPr txBox="1"/>
            <p:nvPr/>
          </p:nvSpPr>
          <p:spPr>
            <a:xfrm>
              <a:off x="1989519" y="4397055"/>
              <a:ext cx="350462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 b="1">
                  <a:latin typeface="Arial" panose="020B0604020202020204" pitchFamily="34" charset="0"/>
                  <a:cs typeface="Arial" panose="020B0604020202020204" pitchFamily="34" charset="0"/>
                </a:rPr>
                <a:t>r</a:t>
              </a:r>
              <a:r>
                <a:rPr lang="en-US" altLang="ko-KR" sz="700" b="1" baseline="-25000">
                  <a:latin typeface="Arial" panose="020B0604020202020204" pitchFamily="34" charset="0"/>
                  <a:cs typeface="Arial" panose="020B0604020202020204" pitchFamily="34" charset="0"/>
                </a:rPr>
                <a:t>1</a:t>
              </a:r>
              <a:endParaRPr lang="ko-KR" altLang="en-US" sz="700" b="1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26" name="TextBox 325">
              <a:extLst>
                <a:ext uri="{FF2B5EF4-FFF2-40B4-BE49-F238E27FC236}">
                  <a16:creationId xmlns:a16="http://schemas.microsoft.com/office/drawing/2014/main" id="{61428639-B5CC-A1E6-6E44-E2F3756D6E2B}"/>
                </a:ext>
              </a:extLst>
            </p:cNvPr>
            <p:cNvSpPr txBox="1"/>
            <p:nvPr/>
          </p:nvSpPr>
          <p:spPr>
            <a:xfrm>
              <a:off x="2883383" y="4397055"/>
              <a:ext cx="398292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 b="1">
                  <a:latin typeface="Arial" panose="020B0604020202020204" pitchFamily="34" charset="0"/>
                  <a:cs typeface="Arial" panose="020B0604020202020204" pitchFamily="34" charset="0"/>
                </a:rPr>
                <a:t>r</a:t>
              </a:r>
              <a:r>
                <a:rPr lang="en-US" altLang="ko-KR" sz="700" b="1" baseline="-25000">
                  <a:latin typeface="Arial" panose="020B0604020202020204" pitchFamily="34" charset="0"/>
                  <a:cs typeface="Arial" panose="020B0604020202020204" pitchFamily="34" charset="0"/>
                </a:rPr>
                <a:t>N</a:t>
              </a:r>
              <a:endParaRPr lang="ko-KR" altLang="en-US" sz="700" b="1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27" name="타원 326">
              <a:extLst>
                <a:ext uri="{FF2B5EF4-FFF2-40B4-BE49-F238E27FC236}">
                  <a16:creationId xmlns:a16="http://schemas.microsoft.com/office/drawing/2014/main" id="{B181EBE0-6235-0BAD-FFA9-4EE0646CA76B}"/>
                </a:ext>
              </a:extLst>
            </p:cNvPr>
            <p:cNvSpPr/>
            <p:nvPr/>
          </p:nvSpPr>
          <p:spPr>
            <a:xfrm>
              <a:off x="859275" y="4365146"/>
              <a:ext cx="272853" cy="272853"/>
            </a:xfrm>
            <a:prstGeom prst="ellipse">
              <a:avLst/>
            </a:prstGeom>
            <a:noFill/>
            <a:ln w="635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28" name="타원 327">
              <a:extLst>
                <a:ext uri="{FF2B5EF4-FFF2-40B4-BE49-F238E27FC236}">
                  <a16:creationId xmlns:a16="http://schemas.microsoft.com/office/drawing/2014/main" id="{C31A5A68-F7BF-96CF-D861-A345DF9C7DB2}"/>
                </a:ext>
              </a:extLst>
            </p:cNvPr>
            <p:cNvSpPr/>
            <p:nvPr/>
          </p:nvSpPr>
          <p:spPr>
            <a:xfrm>
              <a:off x="840901" y="4346772"/>
              <a:ext cx="309600" cy="309600"/>
            </a:xfrm>
            <a:prstGeom prst="ellipse">
              <a:avLst/>
            </a:prstGeom>
            <a:noFill/>
            <a:ln w="635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29" name="타원 328">
              <a:extLst>
                <a:ext uri="{FF2B5EF4-FFF2-40B4-BE49-F238E27FC236}">
                  <a16:creationId xmlns:a16="http://schemas.microsoft.com/office/drawing/2014/main" id="{ED6D1C4E-8AA5-90B3-A252-703707B0C324}"/>
                </a:ext>
              </a:extLst>
            </p:cNvPr>
            <p:cNvSpPr/>
            <p:nvPr/>
          </p:nvSpPr>
          <p:spPr>
            <a:xfrm>
              <a:off x="710049" y="4221336"/>
              <a:ext cx="571304" cy="560472"/>
            </a:xfrm>
            <a:prstGeom prst="ellipse">
              <a:avLst/>
            </a:prstGeom>
            <a:noFill/>
            <a:ln w="635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30" name="타원 329">
              <a:extLst>
                <a:ext uri="{FF2B5EF4-FFF2-40B4-BE49-F238E27FC236}">
                  <a16:creationId xmlns:a16="http://schemas.microsoft.com/office/drawing/2014/main" id="{00BBD9C2-C889-3145-E219-08D367890D39}"/>
                </a:ext>
              </a:extLst>
            </p:cNvPr>
            <p:cNvSpPr/>
            <p:nvPr/>
          </p:nvSpPr>
          <p:spPr>
            <a:xfrm>
              <a:off x="822901" y="4328772"/>
              <a:ext cx="345600" cy="345600"/>
            </a:xfrm>
            <a:prstGeom prst="ellipse">
              <a:avLst/>
            </a:prstGeom>
            <a:noFill/>
            <a:ln w="635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31" name="TextBox 330">
              <a:extLst>
                <a:ext uri="{FF2B5EF4-FFF2-40B4-BE49-F238E27FC236}">
                  <a16:creationId xmlns:a16="http://schemas.microsoft.com/office/drawing/2014/main" id="{0307F82A-86E3-931D-DF13-E1E6809399DA}"/>
                </a:ext>
              </a:extLst>
            </p:cNvPr>
            <p:cNvSpPr txBox="1"/>
            <p:nvPr/>
          </p:nvSpPr>
          <p:spPr>
            <a:xfrm rot="19046009">
              <a:off x="1023784" y="4230902"/>
              <a:ext cx="257962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800">
                  <a:latin typeface="Arial" panose="020B0604020202020204" pitchFamily="34" charset="0"/>
                  <a:cs typeface="Arial" panose="020B0604020202020204" pitchFamily="34" charset="0"/>
                </a:rPr>
                <a:t>...</a:t>
              </a:r>
              <a:endParaRPr lang="ko-KR" altLang="en-US" sz="8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85" name="TextBox 384">
              <a:extLst>
                <a:ext uri="{FF2B5EF4-FFF2-40B4-BE49-F238E27FC236}">
                  <a16:creationId xmlns:a16="http://schemas.microsoft.com/office/drawing/2014/main" id="{D8F9601B-D021-F693-AB9E-3399E894C53D}"/>
                </a:ext>
              </a:extLst>
            </p:cNvPr>
            <p:cNvSpPr txBox="1"/>
            <p:nvPr/>
          </p:nvSpPr>
          <p:spPr>
            <a:xfrm>
              <a:off x="625200" y="4777741"/>
              <a:ext cx="756243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>
                  <a:latin typeface="Arial" panose="020B0604020202020204" pitchFamily="34" charset="0"/>
                  <a:cs typeface="Arial" panose="020B0604020202020204" pitchFamily="34" charset="0"/>
                </a:rPr>
                <a:t>CTN charge</a:t>
              </a:r>
              <a:endParaRPr lang="ko-KR" altLang="en-US" sz="7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86" name="TextBox 385">
              <a:extLst>
                <a:ext uri="{FF2B5EF4-FFF2-40B4-BE49-F238E27FC236}">
                  <a16:creationId xmlns:a16="http://schemas.microsoft.com/office/drawing/2014/main" id="{09685877-1FB1-2AAA-7B52-D06BA18CE6A6}"/>
                </a:ext>
              </a:extLst>
            </p:cNvPr>
            <p:cNvSpPr txBox="1"/>
            <p:nvPr/>
          </p:nvSpPr>
          <p:spPr>
            <a:xfrm>
              <a:off x="1563412" y="4734879"/>
              <a:ext cx="970554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800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sz="800" baseline="-25000">
                  <a:latin typeface="Arial" panose="020B0604020202020204" pitchFamily="34" charset="0"/>
                  <a:cs typeface="Arial" panose="020B0604020202020204" pitchFamily="34" charset="0"/>
                </a:rPr>
                <a:t>i</a:t>
              </a:r>
              <a:r>
                <a:rPr lang="en-US" altLang="ko-KR" sz="800">
                  <a:latin typeface="Arial" panose="020B0604020202020204" pitchFamily="34" charset="0"/>
                  <a:cs typeface="Arial" panose="020B0604020202020204" pitchFamily="34" charset="0"/>
                </a:rPr>
                <a:t> = </a:t>
              </a:r>
              <a:r>
                <a:rPr lang="en-US" altLang="ko-KR" sz="800">
                  <a:latin typeface="Times New Roman" panose="02020603050405020304" pitchFamily="18" charset="0"/>
                  <a:cs typeface="Times New Roman" panose="02020603050405020304" pitchFamily="18" charset="0"/>
                </a:rPr>
                <a:t>π</a:t>
              </a:r>
              <a:r>
                <a:rPr lang="en-US" altLang="ko-KR" sz="800">
                  <a:latin typeface="Arial" panose="020B0604020202020204" pitchFamily="34" charset="0"/>
                  <a:cs typeface="Arial" panose="020B0604020202020204" pitchFamily="34" charset="0"/>
                </a:rPr>
                <a:t>r</a:t>
              </a:r>
              <a:r>
                <a:rPr lang="en-US" altLang="ko-KR" sz="800" baseline="-25000">
                  <a:latin typeface="Arial" panose="020B0604020202020204" pitchFamily="34" charset="0"/>
                  <a:cs typeface="Arial" panose="020B0604020202020204" pitchFamily="34" charset="0"/>
                </a:rPr>
                <a:t>i</a:t>
              </a:r>
              <a:r>
                <a:rPr lang="en-US" altLang="ko-KR" sz="800" baseline="30000">
                  <a:latin typeface="Arial" panose="020B0604020202020204" pitchFamily="34" charset="0"/>
                  <a:cs typeface="Arial" panose="020B0604020202020204" pitchFamily="34" charset="0"/>
                </a:rPr>
                <a:t>2</a:t>
              </a:r>
              <a:r>
                <a:rPr lang="en-US" altLang="ko-KR" sz="800">
                  <a:latin typeface="Arial" panose="020B0604020202020204" pitchFamily="34" charset="0"/>
                  <a:cs typeface="Arial" panose="020B0604020202020204" pitchFamily="34" charset="0"/>
                </a:rPr>
                <a:t>(n</a:t>
              </a:r>
              <a:r>
                <a:rPr lang="en-US" altLang="ko-KR" sz="800" baseline="-25000">
                  <a:latin typeface="Arial" panose="020B0604020202020204" pitchFamily="34" charset="0"/>
                  <a:cs typeface="Arial" panose="020B0604020202020204" pitchFamily="34" charset="0"/>
                </a:rPr>
                <a:t>t,i+1</a:t>
              </a:r>
              <a:r>
                <a:rPr lang="en-US" altLang="ko-KR" sz="800">
                  <a:latin typeface="Arial" panose="020B0604020202020204" pitchFamily="34" charset="0"/>
                  <a:cs typeface="Arial" panose="020B0604020202020204" pitchFamily="34" charset="0"/>
                </a:rPr>
                <a:t>-n</a:t>
              </a:r>
              <a:r>
                <a:rPr lang="en-US" altLang="ko-KR" sz="800" baseline="-25000">
                  <a:latin typeface="Arial" panose="020B0604020202020204" pitchFamily="34" charset="0"/>
                  <a:cs typeface="Arial" panose="020B0604020202020204" pitchFamily="34" charset="0"/>
                </a:rPr>
                <a:t>t,i</a:t>
              </a:r>
              <a:r>
                <a:rPr lang="en-US" altLang="ko-KR" sz="800">
                  <a:latin typeface="Arial" panose="020B0604020202020204" pitchFamily="34" charset="0"/>
                  <a:cs typeface="Arial" panose="020B0604020202020204" pitchFamily="34" charset="0"/>
                </a:rPr>
                <a:t>)</a:t>
              </a:r>
              <a:endParaRPr lang="ko-KR" altLang="en-US" sz="8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99" name="TextBox 598">
              <a:extLst>
                <a:ext uri="{FF2B5EF4-FFF2-40B4-BE49-F238E27FC236}">
                  <a16:creationId xmlns:a16="http://schemas.microsoft.com/office/drawing/2014/main" id="{36BF4E26-0AB0-A0E6-45A8-D3FECD0F0D75}"/>
                </a:ext>
              </a:extLst>
            </p:cNvPr>
            <p:cNvSpPr txBox="1"/>
            <p:nvPr/>
          </p:nvSpPr>
          <p:spPr>
            <a:xfrm>
              <a:off x="2491079" y="4843367"/>
              <a:ext cx="629362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800">
                  <a:latin typeface="Arial" panose="020B0604020202020204" pitchFamily="34" charset="0"/>
                  <a:cs typeface="Arial" panose="020B0604020202020204" pitchFamily="34" charset="0"/>
                </a:rPr>
                <a:t>n</a:t>
              </a:r>
              <a:r>
                <a:rPr lang="en-US" altLang="ko-KR" sz="800" baseline="-25000">
                  <a:latin typeface="Arial" panose="020B0604020202020204" pitchFamily="34" charset="0"/>
                  <a:cs typeface="Arial" panose="020B0604020202020204" pitchFamily="34" charset="0"/>
                </a:rPr>
                <a:t>t,0</a:t>
              </a:r>
              <a:r>
                <a:rPr lang="en-US" altLang="ko-KR" sz="800">
                  <a:latin typeface="Arial" panose="020B0604020202020204" pitchFamily="34" charset="0"/>
                  <a:cs typeface="Arial" panose="020B0604020202020204" pitchFamily="34" charset="0"/>
                </a:rPr>
                <a:t> = 0</a:t>
              </a:r>
            </a:p>
            <a:p>
              <a:r>
                <a:rPr lang="en-US" altLang="ko-KR" sz="800">
                  <a:latin typeface="Arial" panose="020B0604020202020204" pitchFamily="34" charset="0"/>
                  <a:cs typeface="Arial" panose="020B0604020202020204" pitchFamily="34" charset="0"/>
                </a:rPr>
                <a:t>n</a:t>
              </a:r>
              <a:r>
                <a:rPr lang="en-US" altLang="ko-KR" sz="800" baseline="-25000">
                  <a:latin typeface="Arial" panose="020B0604020202020204" pitchFamily="34" charset="0"/>
                  <a:cs typeface="Arial" panose="020B0604020202020204" pitchFamily="34" charset="0"/>
                </a:rPr>
                <a:t>t,N+1</a:t>
              </a:r>
              <a:r>
                <a:rPr lang="en-US" altLang="ko-KR" sz="800">
                  <a:latin typeface="Arial" panose="020B0604020202020204" pitchFamily="34" charset="0"/>
                  <a:cs typeface="Arial" panose="020B0604020202020204" pitchFamily="34" charset="0"/>
                </a:rPr>
                <a:t> = 0</a:t>
              </a:r>
              <a:endParaRPr lang="ko-KR" altLang="en-US" sz="8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01" name="TextBox 600">
              <a:extLst>
                <a:ext uri="{FF2B5EF4-FFF2-40B4-BE49-F238E27FC236}">
                  <a16:creationId xmlns:a16="http://schemas.microsoft.com/office/drawing/2014/main" id="{122CFB43-F7D9-3B17-5B0D-F69694AD368F}"/>
                </a:ext>
              </a:extLst>
            </p:cNvPr>
            <p:cNvSpPr txBox="1"/>
            <p:nvPr/>
          </p:nvSpPr>
          <p:spPr>
            <a:xfrm>
              <a:off x="1690208" y="4920495"/>
              <a:ext cx="857565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800">
                  <a:latin typeface="Arial" panose="020B0604020202020204" pitchFamily="34" charset="0"/>
                  <a:cs typeface="Arial" panose="020B0604020202020204" pitchFamily="34" charset="0"/>
                </a:rPr>
                <a:t>where, i=1-N</a:t>
              </a:r>
              <a:endParaRPr lang="ko-KR" altLang="en-US" sz="8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00" name="왼쪽 중괄호 599">
              <a:extLst>
                <a:ext uri="{FF2B5EF4-FFF2-40B4-BE49-F238E27FC236}">
                  <a16:creationId xmlns:a16="http://schemas.microsoft.com/office/drawing/2014/main" id="{0B06AF7A-5F21-E240-86AA-5AFE821B1850}"/>
                </a:ext>
              </a:extLst>
            </p:cNvPr>
            <p:cNvSpPr/>
            <p:nvPr/>
          </p:nvSpPr>
          <p:spPr>
            <a:xfrm>
              <a:off x="2504776" y="4937390"/>
              <a:ext cx="61691" cy="200055"/>
            </a:xfrm>
            <a:prstGeom prst="leftBrace">
              <a:avLst>
                <a:gd name="adj1" fmla="val 36719"/>
                <a:gd name="adj2" fmla="val 50000"/>
              </a:avLst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59BBE540-BF13-CF0B-2A8C-58D0D51BFF84}"/>
              </a:ext>
            </a:extLst>
          </p:cNvPr>
          <p:cNvGrpSpPr/>
          <p:nvPr/>
        </p:nvGrpSpPr>
        <p:grpSpPr>
          <a:xfrm>
            <a:off x="424534" y="1777355"/>
            <a:ext cx="996615" cy="2009041"/>
            <a:chOff x="424534" y="1703158"/>
            <a:chExt cx="996615" cy="2009041"/>
          </a:xfrm>
        </p:grpSpPr>
        <p:grpSp>
          <p:nvGrpSpPr>
            <p:cNvPr id="10" name="그룹 9">
              <a:extLst>
                <a:ext uri="{FF2B5EF4-FFF2-40B4-BE49-F238E27FC236}">
                  <a16:creationId xmlns:a16="http://schemas.microsoft.com/office/drawing/2014/main" id="{101F3636-4174-80B0-043F-2FCE2F5AAA31}"/>
                </a:ext>
              </a:extLst>
            </p:cNvPr>
            <p:cNvGrpSpPr/>
            <p:nvPr/>
          </p:nvGrpSpPr>
          <p:grpSpPr>
            <a:xfrm>
              <a:off x="424534" y="1703158"/>
              <a:ext cx="996615" cy="1871464"/>
              <a:chOff x="424534" y="1703158"/>
              <a:chExt cx="996615" cy="1871464"/>
            </a:xfrm>
          </p:grpSpPr>
          <p:pic>
            <p:nvPicPr>
              <p:cNvPr id="3" name="그림 2" descr="직사각형, 스크린샷, 다채로움, 라인이(가) 표시된 사진&#10;&#10;AI 생성 콘텐츠는 정확하지 않을 수 있습니다.">
                <a:extLst>
                  <a:ext uri="{FF2B5EF4-FFF2-40B4-BE49-F238E27FC236}">
                    <a16:creationId xmlns:a16="http://schemas.microsoft.com/office/drawing/2014/main" id="{815349AB-6D22-3FA0-F71E-BBA9F08AE62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7"/>
              <a:srcRect l="3428" t="5993" r="1651" b="26690"/>
              <a:stretch>
                <a:fillRect/>
              </a:stretch>
            </p:blipFill>
            <p:spPr>
              <a:xfrm rot="16200000">
                <a:off x="277617" y="2637021"/>
                <a:ext cx="1252919" cy="622278"/>
              </a:xfrm>
              <a:prstGeom prst="rect">
                <a:avLst/>
              </a:prstGeom>
            </p:spPr>
          </p:pic>
          <p:sp>
            <p:nvSpPr>
              <p:cNvPr id="243" name="TextBox 242">
                <a:extLst>
                  <a:ext uri="{FF2B5EF4-FFF2-40B4-BE49-F238E27FC236}">
                    <a16:creationId xmlns:a16="http://schemas.microsoft.com/office/drawing/2014/main" id="{D0F780A2-36A6-2D2E-078C-D8A480A1B324}"/>
                  </a:ext>
                </a:extLst>
              </p:cNvPr>
              <p:cNvSpPr txBox="1"/>
              <p:nvPr/>
            </p:nvSpPr>
            <p:spPr>
              <a:xfrm>
                <a:off x="424534" y="1703158"/>
                <a:ext cx="360492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700" b="1">
                    <a:latin typeface="Arial" panose="020B0604020202020204" pitchFamily="34" charset="0"/>
                    <a:cs typeface="Arial" panose="020B0604020202020204" pitchFamily="34" charset="0"/>
                  </a:rPr>
                  <a:t>(a)</a:t>
                </a:r>
                <a:endParaRPr lang="ko-KR" altLang="en-US" sz="700" b="1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cxnSp>
            <p:nvCxnSpPr>
              <p:cNvPr id="367" name="직선 연결선 366">
                <a:extLst>
                  <a:ext uri="{FF2B5EF4-FFF2-40B4-BE49-F238E27FC236}">
                    <a16:creationId xmlns:a16="http://schemas.microsoft.com/office/drawing/2014/main" id="{5EE1AD37-D1C0-EF99-596B-E8BC49960E6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85731" y="2053588"/>
                <a:ext cx="0" cy="921734"/>
              </a:xfrm>
              <a:prstGeom prst="line">
                <a:avLst/>
              </a:prstGeom>
              <a:ln w="6350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68" name="화살표: 오른쪽으로 구부러짐 367">
                <a:extLst>
                  <a:ext uri="{FF2B5EF4-FFF2-40B4-BE49-F238E27FC236}">
                    <a16:creationId xmlns:a16="http://schemas.microsoft.com/office/drawing/2014/main" id="{F3FCDA9C-A61C-6509-9EFA-85A141987B44}"/>
                  </a:ext>
                </a:extLst>
              </p:cNvPr>
              <p:cNvSpPr/>
              <p:nvPr/>
            </p:nvSpPr>
            <p:spPr>
              <a:xfrm flipH="1">
                <a:off x="557157" y="2071691"/>
                <a:ext cx="95246" cy="88007"/>
              </a:xfrm>
              <a:prstGeom prst="curvedRightArrow">
                <a:avLst>
                  <a:gd name="adj1" fmla="val 23009"/>
                  <a:gd name="adj2" fmla="val 50000"/>
                  <a:gd name="adj3" fmla="val 25000"/>
                </a:avLst>
              </a:prstGeom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371" name="TextBox 370">
                <a:extLst>
                  <a:ext uri="{FF2B5EF4-FFF2-40B4-BE49-F238E27FC236}">
                    <a16:creationId xmlns:a16="http://schemas.microsoft.com/office/drawing/2014/main" id="{F057011A-587E-0EF3-A6ED-6A1D9EFA9842}"/>
                  </a:ext>
                </a:extLst>
              </p:cNvPr>
              <p:cNvSpPr txBox="1"/>
              <p:nvPr/>
            </p:nvSpPr>
            <p:spPr>
              <a:xfrm>
                <a:off x="591638" y="2001413"/>
                <a:ext cx="709170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700">
                    <a:latin typeface="Arial" panose="020B0604020202020204" pitchFamily="34" charset="0"/>
                    <a:cs typeface="Arial" panose="020B0604020202020204" pitchFamily="34" charset="0"/>
                  </a:rPr>
                  <a:t>Radial Silce</a:t>
                </a:r>
                <a:endParaRPr lang="ko-KR" altLang="en-US" sz="70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pic>
            <p:nvPicPr>
              <p:cNvPr id="8" name="그림 7" descr="다채로움, 스크린샷, 그린, 노랑이(가) 표시된 사진&#10;&#10;AI 생성 콘텐츠는 정확하지 않을 수 있습니다.">
                <a:extLst>
                  <a:ext uri="{FF2B5EF4-FFF2-40B4-BE49-F238E27FC236}">
                    <a16:creationId xmlns:a16="http://schemas.microsoft.com/office/drawing/2014/main" id="{C538762F-1319-8BEF-88B1-DD8908E65EC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8"/>
              <a:srcRect t="19521" b="24931"/>
              <a:stretch>
                <a:fillRect/>
              </a:stretch>
            </p:blipFill>
            <p:spPr>
              <a:xfrm rot="16200000">
                <a:off x="318969" y="2916470"/>
                <a:ext cx="1252920" cy="63383"/>
              </a:xfrm>
              <a:prstGeom prst="rect">
                <a:avLst/>
              </a:prstGeom>
            </p:spPr>
          </p:pic>
          <p:cxnSp>
            <p:nvCxnSpPr>
              <p:cNvPr id="370" name="직선 연결선 369">
                <a:extLst>
                  <a:ext uri="{FF2B5EF4-FFF2-40B4-BE49-F238E27FC236}">
                    <a16:creationId xmlns:a16="http://schemas.microsoft.com/office/drawing/2014/main" id="{DE874BF3-ABE9-3A1F-075C-2F16D7AC32D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00010" y="2930382"/>
                <a:ext cx="921139" cy="0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sys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BACB668A-DC99-22CA-1C9F-1A44A8FA6713}"/>
                </a:ext>
              </a:extLst>
            </p:cNvPr>
            <p:cNvSpPr txBox="1"/>
            <p:nvPr/>
          </p:nvSpPr>
          <p:spPr>
            <a:xfrm rot="5400000">
              <a:off x="538189" y="3406290"/>
              <a:ext cx="335809" cy="18466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600">
                  <a:latin typeface="Arial" panose="020B0604020202020204" pitchFamily="34" charset="0"/>
                  <a:cs typeface="Arial" panose="020B0604020202020204" pitchFamily="34" charset="0"/>
                </a:rPr>
                <a:t>filler</a:t>
              </a:r>
              <a:endParaRPr lang="ko-KR" altLang="en-US" sz="6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102CD1BE-121D-C9C1-6E5A-734EF365DAB9}"/>
                </a:ext>
              </a:extLst>
            </p:cNvPr>
            <p:cNvSpPr txBox="1"/>
            <p:nvPr/>
          </p:nvSpPr>
          <p:spPr>
            <a:xfrm rot="5400000">
              <a:off x="663221" y="3429126"/>
              <a:ext cx="335809" cy="18466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60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Ch</a:t>
              </a:r>
              <a:endParaRPr lang="ko-KR" altLang="en-US" sz="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8803257-969C-10D0-3645-B5D67385FFA6}"/>
                </a:ext>
              </a:extLst>
            </p:cNvPr>
            <p:cNvSpPr txBox="1"/>
            <p:nvPr/>
          </p:nvSpPr>
          <p:spPr>
            <a:xfrm>
              <a:off x="767830" y="3527533"/>
              <a:ext cx="415044" cy="18466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600">
                  <a:latin typeface="Arial" panose="020B0604020202020204" pitchFamily="34" charset="0"/>
                  <a:cs typeface="Arial" panose="020B0604020202020204" pitchFamily="34" charset="0"/>
                </a:rPr>
                <a:t>O/N/O</a:t>
              </a:r>
              <a:endParaRPr lang="ko-KR" altLang="en-US" sz="6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26" name="TextBox 25">
            <a:extLst>
              <a:ext uri="{FF2B5EF4-FFF2-40B4-BE49-F238E27FC236}">
                <a16:creationId xmlns:a16="http://schemas.microsoft.com/office/drawing/2014/main" id="{FA2D9360-9685-71B0-2C06-499149BD78E2}"/>
              </a:ext>
            </a:extLst>
          </p:cNvPr>
          <p:cNvSpPr txBox="1"/>
          <p:nvPr/>
        </p:nvSpPr>
        <p:spPr>
          <a:xfrm rot="5400000">
            <a:off x="961403" y="3294186"/>
            <a:ext cx="335809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600">
                <a:latin typeface="Arial" panose="020B0604020202020204" pitchFamily="34" charset="0"/>
                <a:cs typeface="Arial" panose="020B0604020202020204" pitchFamily="34" charset="0"/>
              </a:rPr>
              <a:t>WL</a:t>
            </a:r>
            <a:endParaRPr lang="ko-KR" altLang="en-US" sz="6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F8F0651-08F3-44A4-9D42-DBA1562AEE0F}"/>
              </a:ext>
            </a:extLst>
          </p:cNvPr>
          <p:cNvSpPr txBox="1"/>
          <p:nvPr/>
        </p:nvSpPr>
        <p:spPr>
          <a:xfrm rot="5400000">
            <a:off x="961403" y="2863928"/>
            <a:ext cx="335809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600">
                <a:latin typeface="Arial" panose="020B0604020202020204" pitchFamily="34" charset="0"/>
                <a:cs typeface="Arial" panose="020B0604020202020204" pitchFamily="34" charset="0"/>
              </a:rPr>
              <a:t>WL</a:t>
            </a:r>
            <a:endParaRPr lang="ko-KR" altLang="en-US" sz="6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1CF736D-F546-0177-CE4A-146908196265}"/>
              </a:ext>
            </a:extLst>
          </p:cNvPr>
          <p:cNvSpPr txBox="1"/>
          <p:nvPr/>
        </p:nvSpPr>
        <p:spPr>
          <a:xfrm rot="5400000">
            <a:off x="961403" y="2433671"/>
            <a:ext cx="335809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600">
                <a:latin typeface="Arial" panose="020B0604020202020204" pitchFamily="34" charset="0"/>
                <a:cs typeface="Arial" panose="020B0604020202020204" pitchFamily="34" charset="0"/>
              </a:rPr>
              <a:t>WL</a:t>
            </a:r>
            <a:endParaRPr lang="ko-KR" altLang="en-US" sz="6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396027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제목 1">
            <a:extLst>
              <a:ext uri="{FF2B5EF4-FFF2-40B4-BE49-F238E27FC236}">
                <a16:creationId xmlns:a16="http://schemas.microsoft.com/office/drawing/2014/main" id="{30A4816D-8366-D19E-BB79-F36BEDFC70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</p:spPr>
        <p:txBody>
          <a:bodyPr/>
          <a:lstStyle/>
          <a:p>
            <a:r>
              <a:rPr lang="en-US" altLang="ko-KR"/>
              <a:t>Fig. 2</a:t>
            </a:r>
            <a:endParaRPr lang="ko-KR" altLang="en-US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3CCBA7F1-4869-89F8-ABA4-C607790A6490}"/>
              </a:ext>
            </a:extLst>
          </p:cNvPr>
          <p:cNvSpPr txBox="1"/>
          <p:nvPr/>
        </p:nvSpPr>
        <p:spPr>
          <a:xfrm>
            <a:off x="2567781" y="3008879"/>
            <a:ext cx="715690" cy="2398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b="1">
                <a:solidFill>
                  <a:schemeClr val="bg1"/>
                </a:solidFill>
              </a:rPr>
              <a:t>Si-Channel</a:t>
            </a:r>
            <a:endParaRPr lang="ko-KR" altLang="en-US" sz="800" b="1">
              <a:solidFill>
                <a:schemeClr val="bg1"/>
              </a:solidFill>
            </a:endParaRP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F2B501C6-3BC8-DD9A-EBB8-690057069166}"/>
              </a:ext>
            </a:extLst>
          </p:cNvPr>
          <p:cNvSpPr txBox="1"/>
          <p:nvPr/>
        </p:nvSpPr>
        <p:spPr>
          <a:xfrm>
            <a:off x="511553" y="1877894"/>
            <a:ext cx="36049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b="1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endParaRPr lang="ko-KR" altLang="en-US" sz="8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49DE782A-B425-24A1-9F09-CD71E3B91C2D}"/>
              </a:ext>
            </a:extLst>
          </p:cNvPr>
          <p:cNvSpPr txBox="1"/>
          <p:nvPr/>
        </p:nvSpPr>
        <p:spPr>
          <a:xfrm>
            <a:off x="2326149" y="1877894"/>
            <a:ext cx="36049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b="1">
                <a:latin typeface="Arial" panose="020B0604020202020204" pitchFamily="34" charset="0"/>
                <a:cs typeface="Arial" panose="020B0604020202020204" pitchFamily="34" charset="0"/>
              </a:rPr>
              <a:t>(b)</a:t>
            </a:r>
            <a:endParaRPr lang="ko-KR" altLang="en-US" sz="8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6F27CF51-3A2F-C4F2-D601-7DC531BA7FF7}"/>
              </a:ext>
            </a:extLst>
          </p:cNvPr>
          <p:cNvSpPr txBox="1"/>
          <p:nvPr/>
        </p:nvSpPr>
        <p:spPr>
          <a:xfrm>
            <a:off x="511552" y="3102131"/>
            <a:ext cx="36049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b="1">
                <a:latin typeface="Arial" panose="020B0604020202020204" pitchFamily="34" charset="0"/>
                <a:cs typeface="Arial" panose="020B0604020202020204" pitchFamily="34" charset="0"/>
              </a:rPr>
              <a:t>(c)</a:t>
            </a:r>
            <a:endParaRPr lang="ko-KR" altLang="en-US" sz="8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DF890235-D84F-7FA2-BAB0-7D73BDE3F8B2}"/>
              </a:ext>
            </a:extLst>
          </p:cNvPr>
          <p:cNvSpPr txBox="1"/>
          <p:nvPr/>
        </p:nvSpPr>
        <p:spPr>
          <a:xfrm>
            <a:off x="2326149" y="3102131"/>
            <a:ext cx="36049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b="1">
                <a:latin typeface="Arial" panose="020B0604020202020204" pitchFamily="34" charset="0"/>
                <a:cs typeface="Arial" panose="020B0604020202020204" pitchFamily="34" charset="0"/>
              </a:rPr>
              <a:t>(d)</a:t>
            </a:r>
            <a:endParaRPr lang="ko-KR" altLang="en-US" sz="8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216E1CB4-8925-E847-02BD-4A23AE6F667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52120"/>
          <a:stretch>
            <a:fillRect/>
          </a:stretch>
        </p:blipFill>
        <p:spPr>
          <a:xfrm>
            <a:off x="691798" y="3977599"/>
            <a:ext cx="3062528" cy="5133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900653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테마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1102</TotalTime>
  <Words>166</Words>
  <Application>Microsoft Office PowerPoint</Application>
  <PresentationFormat>A4 용지(210x297mm)</PresentationFormat>
  <Paragraphs>74</Paragraphs>
  <Slides>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</vt:i4>
      </vt:variant>
    </vt:vector>
  </HeadingPairs>
  <TitlesOfParts>
    <vt:vector size="10" baseType="lpstr">
      <vt:lpstr>맑은 고딕</vt:lpstr>
      <vt:lpstr>Aptos</vt:lpstr>
      <vt:lpstr>Aptos Display</vt:lpstr>
      <vt:lpstr>Arial</vt:lpstr>
      <vt:lpstr>Cambria Math</vt:lpstr>
      <vt:lpstr>Times New Roman</vt:lpstr>
      <vt:lpstr>Office 테마</vt:lpstr>
      <vt:lpstr>Modeling of Attempt-to-Escape Frequency: Tunneling Emission of Trapped Electrons in Tunneling Oxides of 3-D NAND Flash Memory</vt:lpstr>
      <vt:lpstr>Fig. 1</vt:lpstr>
      <vt:lpstr>Fig. 2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MYUNG JIN</dc:creator>
  <cp:lastModifiedBy>MYUNG JIN</cp:lastModifiedBy>
  <cp:revision>14</cp:revision>
  <dcterms:created xsi:type="dcterms:W3CDTF">2024-12-18T11:05:27Z</dcterms:created>
  <dcterms:modified xsi:type="dcterms:W3CDTF">2026-01-29T13:30:27Z</dcterms:modified>
</cp:coreProperties>
</file>