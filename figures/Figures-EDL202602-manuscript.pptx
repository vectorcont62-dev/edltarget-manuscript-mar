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94" r:id="rId3"/>
    <p:sldId id="297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D6EF"/>
    <a:srgbClr val="3A19FF"/>
    <a:srgbClr val="907DFF"/>
    <a:srgbClr val="FFFF00"/>
    <a:srgbClr val="FFE38B"/>
    <a:srgbClr val="F9B859"/>
    <a:srgbClr val="166284"/>
    <a:srgbClr val="FFD85B"/>
    <a:srgbClr val="15608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2262" y="-17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UNG JIN" userId="89f3fa32ababedc4" providerId="LiveId" clId="{37EF9922-BC24-4B77-854D-4ECDA931EC02}"/>
    <pc:docChg chg="undo redo custSel delSld modSld sldOrd">
      <pc:chgData name="MYUNG JIN" userId="89f3fa32ababedc4" providerId="LiveId" clId="{37EF9922-BC24-4B77-854D-4ECDA931EC02}" dt="2025-08-07T02:29:35.454" v="450" actId="1036"/>
      <pc:docMkLst>
        <pc:docMk/>
      </pc:docMkLst>
      <pc:sldChg chg="addSp modSp mod">
        <pc:chgData name="MYUNG JIN" userId="89f3fa32ababedc4" providerId="LiveId" clId="{37EF9922-BC24-4B77-854D-4ECDA931EC02}" dt="2025-08-05T00:45:29.986" v="405" actId="13926"/>
        <pc:sldMkLst>
          <pc:docMk/>
          <pc:sldMk cId="2932374839" sldId="256"/>
        </pc:sldMkLst>
        <pc:spChg chg="mod">
          <ac:chgData name="MYUNG JIN" userId="89f3fa32ababedc4" providerId="LiveId" clId="{37EF9922-BC24-4B77-854D-4ECDA931EC02}" dt="2025-08-05T00:44:20.772" v="274" actId="20577"/>
          <ac:spMkLst>
            <pc:docMk/>
            <pc:sldMk cId="2932374839" sldId="256"/>
            <ac:spMk id="2" creationId="{882B441C-EB3D-D198-7F1A-AA1B343062F8}"/>
          </ac:spMkLst>
        </pc:spChg>
        <pc:spChg chg="mod">
          <ac:chgData name="MYUNG JIN" userId="89f3fa32ababedc4" providerId="LiveId" clId="{37EF9922-BC24-4B77-854D-4ECDA931EC02}" dt="2025-08-05T00:43:57.071" v="270" actId="2711"/>
          <ac:spMkLst>
            <pc:docMk/>
            <pc:sldMk cId="2932374839" sldId="256"/>
            <ac:spMk id="3" creationId="{A9FBF8F0-9172-93FB-4457-171A7A0741C4}"/>
          </ac:spMkLst>
        </pc:spChg>
        <pc:spChg chg="add mod">
          <ac:chgData name="MYUNG JIN" userId="89f3fa32ababedc4" providerId="LiveId" clId="{37EF9922-BC24-4B77-854D-4ECDA931EC02}" dt="2025-08-05T00:45:29.986" v="405" actId="13926"/>
          <ac:spMkLst>
            <pc:docMk/>
            <pc:sldMk cId="2932374839" sldId="256"/>
            <ac:spMk id="4" creationId="{C3FDCFDF-7BB2-7AC7-2581-D855A1CA53BB}"/>
          </ac:spMkLst>
        </pc:spChg>
      </pc:sldChg>
      <pc:sldChg chg="addSp delSp modSp mod">
        <pc:chgData name="MYUNG JIN" userId="89f3fa32ababedc4" providerId="LiveId" clId="{37EF9922-BC24-4B77-854D-4ECDA931EC02}" dt="2025-08-05T00:34:25.550" v="227" actId="2711"/>
        <pc:sldMkLst>
          <pc:docMk/>
          <pc:sldMk cId="2326360925" sldId="265"/>
        </pc:sldMkLst>
        <pc:spChg chg="mod">
          <ac:chgData name="MYUNG JIN" userId="89f3fa32ababedc4" providerId="LiveId" clId="{37EF9922-BC24-4B77-854D-4ECDA931EC02}" dt="2025-08-05T00:31:24.515" v="208" actId="14100"/>
          <ac:spMkLst>
            <pc:docMk/>
            <pc:sldMk cId="2326360925" sldId="265"/>
            <ac:spMk id="70" creationId="{DEF8799F-E8AA-31DA-EE52-4FF9CADF3110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8" creationId="{C9409F09-B3A6-FF31-95BF-C90B06D73C12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9" creationId="{6DDE9493-4864-661F-F018-4D43E98F9D1C}"/>
          </ac:spMkLst>
        </pc:spChg>
        <pc:spChg chg="add mod">
          <ac:chgData name="MYUNG JIN" userId="89f3fa32ababedc4" providerId="LiveId" clId="{37EF9922-BC24-4B77-854D-4ECDA931EC02}" dt="2025-07-29T02:07:25.590" v="131" actId="20577"/>
          <ac:spMkLst>
            <pc:docMk/>
            <pc:sldMk cId="2326360925" sldId="265"/>
            <ac:spMk id="133" creationId="{FC077102-357A-D8EA-9AB9-C83486CEDE82}"/>
          </ac:spMkLst>
        </pc:s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96" creationId="{1B190C8D-F3DE-0557-B2E1-58C6EBFE9BE0}"/>
          </ac:grpSpMkLst>
        </pc:gr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114" creationId="{C84A1C42-ED9A-20DE-BF33-39EFE5B7E008}"/>
          </ac:grpSpMkLst>
        </pc:grpChg>
      </pc:sldChg>
      <pc:sldChg chg="addSp modSp del">
        <pc:chgData name="MYUNG JIN" userId="89f3fa32ababedc4" providerId="LiveId" clId="{37EF9922-BC24-4B77-854D-4ECDA931EC02}" dt="2025-07-29T02:06:36.848" v="91" actId="47"/>
        <pc:sldMkLst>
          <pc:docMk/>
          <pc:sldMk cId="3068910110" sldId="268"/>
        </pc:sldMkLst>
      </pc:sldChg>
      <pc:sldChg chg="del">
        <pc:chgData name="MYUNG JIN" userId="89f3fa32ababedc4" providerId="LiveId" clId="{37EF9922-BC24-4B77-854D-4ECDA931EC02}" dt="2025-07-29T02:06:14.038" v="82" actId="47"/>
        <pc:sldMkLst>
          <pc:docMk/>
          <pc:sldMk cId="506104518" sldId="269"/>
        </pc:sldMkLst>
      </pc:sldChg>
      <pc:sldChg chg="addSp delSp modSp mod">
        <pc:chgData name="MYUNG JIN" userId="89f3fa32ababedc4" providerId="LiveId" clId="{37EF9922-BC24-4B77-854D-4ECDA931EC02}" dt="2025-08-05T00:34:45.402" v="229" actId="2711"/>
        <pc:sldMkLst>
          <pc:docMk/>
          <pc:sldMk cId="1619062067" sldId="288"/>
        </pc:sldMkLst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2" creationId="{0C4F58BD-E362-9860-4FA3-5E63A3A45AA3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3" creationId="{D9D9A36C-8041-D5B2-1057-53CA0507B4C0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4" creationId="{3339E72A-0776-E09B-CB4F-887ED3F5F15F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" creationId="{C9A89DBE-3EE9-F7D4-E74D-AFE5DAA919A5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6" creationId="{F2DB12CE-E021-5585-D600-4D534DB2159B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7" creationId="{AFDD6999-03A9-D651-8DEE-68A4250A89FF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8" creationId="{DA5BB1E5-A10E-A3B0-0FE5-235C0653A86E}"/>
          </ac:spMkLst>
        </pc:spChg>
        <pc:spChg chg="add mod">
          <ac:chgData name="MYUNG JIN" userId="89f3fa32ababedc4" providerId="LiveId" clId="{37EF9922-BC24-4B77-854D-4ECDA931EC02}" dt="2025-07-29T02:07:28.836" v="137" actId="20577"/>
          <ac:spMkLst>
            <pc:docMk/>
            <pc:sldMk cId="1619062067" sldId="288"/>
            <ac:spMk id="10" creationId="{1E6F3A51-27BF-9FE4-04CF-25684EC62077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1" creationId="{733D411C-D28C-7EF8-D8C5-3F2B9C6706B5}"/>
          </ac:spMkLst>
        </pc:spChg>
        <pc:spChg chg="mod topLvl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2" creationId="{22204678-F6E1-F58C-27AB-59F14BD0A1A3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13" creationId="{66EF8F24-FFA8-727F-C5EF-EE9F44DDCD25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4" creationId="{F5635FD5-EB2C-734A-02FA-3F66445397E0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7" creationId="{C8A2B438-26C9-AFCE-8CCA-CAEAA353883D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1" creationId="{FF7D6ADD-2BE0-2A08-40D2-236699C2BC9B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2" creationId="{81C38EBC-A5D1-5963-9E29-CA5304750088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3" creationId="{F43DF182-9830-B6BF-2D27-75B778752AE6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4" creationId="{084E02A8-BA2E-3441-BE41-0358514C111C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5" creationId="{02616005-4C2E-6423-20D1-67C6A9FD29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6" creationId="{205E4B5A-0C49-4602-FC7D-9D78E02B64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7" creationId="{33930E54-B5C0-7302-E7B4-37DA59F2DB59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0" creationId="{D9901893-2D2F-89AA-C5B0-E3406B3B682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3" creationId="{F2280505-7710-5529-2675-29636BB64701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34" creationId="{74AEC3F3-0A80-C05A-2192-FA227BED3EAD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6" creationId="{7FE37964-942F-EC4A-678A-D534534C049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7" creationId="{D9CF30FB-5529-DF2B-BE70-9A87978BD032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8" creationId="{CEDDEE09-CCA7-03D6-AB8C-4FC17CDED6B7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48" creationId="{5E423FC4-54A7-BB57-A22A-A63C025A3051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5" creationId="{C7255DE4-C857-4E7A-8C00-92830F51A8EF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56" creationId="{031B4490-C6FD-5A47-1985-7AB0CD9BFDC7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149" creationId="{B710B5F0-87C9-6F6F-E7D7-F3396442FF33}"/>
          </ac:spMkLst>
        </pc:spChg>
      </pc:sldChg>
      <pc:sldChg chg="addSp delSp modSp mod ord">
        <pc:chgData name="MYUNG JIN" userId="89f3fa32ababedc4" providerId="LiveId" clId="{37EF9922-BC24-4B77-854D-4ECDA931EC02}" dt="2025-08-07T02:29:35.454" v="450" actId="1036"/>
        <pc:sldMkLst>
          <pc:docMk/>
          <pc:sldMk cId="2121830367" sldId="293"/>
        </pc:sldMkLst>
        <pc:spChg chg="add mod">
          <ac:chgData name="MYUNG JIN" userId="89f3fa32ababedc4" providerId="LiveId" clId="{37EF9922-BC24-4B77-854D-4ECDA931EC02}" dt="2025-07-29T02:07:42.866" v="152" actId="20577"/>
          <ac:spMkLst>
            <pc:docMk/>
            <pc:sldMk cId="2121830367" sldId="293"/>
            <ac:spMk id="2" creationId="{30F5E8B0-E252-26C1-A50E-EDDED11AC545}"/>
          </ac:spMkLst>
        </pc:spChg>
        <pc:spChg chg="mod">
          <ac:chgData name="MYUNG JIN" userId="89f3fa32ababedc4" providerId="LiveId" clId="{37EF9922-BC24-4B77-854D-4ECDA931EC02}" dt="2025-08-05T00:35:45.941" v="236" actId="2711"/>
          <ac:spMkLst>
            <pc:docMk/>
            <pc:sldMk cId="2121830367" sldId="293"/>
            <ac:spMk id="6" creationId="{359F4527-1B17-B3A5-91F0-547B1564E875}"/>
          </ac:spMkLst>
        </pc:spChg>
        <pc:spChg chg="mod topLvl">
          <ac:chgData name="MYUNG JIN" userId="89f3fa32ababedc4" providerId="LiveId" clId="{37EF9922-BC24-4B77-854D-4ECDA931EC02}" dt="2025-08-05T00:35:49.110" v="237" actId="2711"/>
          <ac:spMkLst>
            <pc:docMk/>
            <pc:sldMk cId="2121830367" sldId="293"/>
            <ac:spMk id="7" creationId="{C30E3A0E-F558-B091-6BF5-E93435296C8A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2" creationId="{797B9913-ED3F-7DD2-1489-29FB57C7A5AB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3" creationId="{500119C2-6821-A7E5-7535-192DBD17346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4" creationId="{2A17DABB-63E0-903E-7BE8-5369FAD721E9}"/>
          </ac:spMkLst>
        </pc:spChg>
        <pc:spChg chg="mod">
          <ac:chgData name="MYUNG JIN" userId="89f3fa32ababedc4" providerId="LiveId" clId="{37EF9922-BC24-4B77-854D-4ECDA931EC02}" dt="2025-08-05T00:35:18.762" v="231" actId="2711"/>
          <ac:spMkLst>
            <pc:docMk/>
            <pc:sldMk cId="2121830367" sldId="293"/>
            <ac:spMk id="45" creationId="{D872A85C-68E5-B4F8-D9B9-21E9B9948F79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9" creationId="{69E98317-3A1F-CACE-74BA-E80FABA85B70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1" creationId="{87E9FB34-A745-6179-21F8-0885805BDADD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4" creationId="{538E23CF-743D-14E5-1F23-1388A3BBA813}"/>
          </ac:spMkLst>
        </pc:spChg>
        <pc:spChg chg="mod topLvl">
          <ac:chgData name="MYUNG JIN" userId="89f3fa32ababedc4" providerId="LiveId" clId="{37EF9922-BC24-4B77-854D-4ECDA931EC02}" dt="2025-08-05T00:36:49.961" v="246" actId="1037"/>
          <ac:spMkLst>
            <pc:docMk/>
            <pc:sldMk cId="2121830367" sldId="293"/>
            <ac:spMk id="55" creationId="{A290A816-EA0F-E437-1284-CA78856B7EA8}"/>
          </ac:spMkLst>
        </pc:spChg>
        <pc:spChg chg="mod">
          <ac:chgData name="MYUNG JIN" userId="89f3fa32ababedc4" providerId="LiveId" clId="{37EF9922-BC24-4B77-854D-4ECDA931EC02}" dt="2025-08-07T02:29:28.879" v="446" actId="1035"/>
          <ac:spMkLst>
            <pc:docMk/>
            <pc:sldMk cId="2121830367" sldId="293"/>
            <ac:spMk id="199" creationId="{99C0969F-A69A-2A5C-B91D-F85909E29B63}"/>
          </ac:spMkLst>
        </pc:spChg>
        <pc:spChg chg="mod topLvl">
          <ac:chgData name="MYUNG JIN" userId="89f3fa32ababedc4" providerId="LiveId" clId="{37EF9922-BC24-4B77-854D-4ECDA931EC02}" dt="2025-08-07T02:29:35.454" v="450" actId="1036"/>
          <ac:spMkLst>
            <pc:docMk/>
            <pc:sldMk cId="2121830367" sldId="293"/>
            <ac:spMk id="200" creationId="{698D95AB-C81A-DF60-E667-F71B07D92047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4" creationId="{03337A3F-6717-397D-A38D-CAE2B375424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8" creationId="{D889EECC-43B0-D1E5-2579-58F6B1219EA3}"/>
          </ac:spMkLst>
        </pc:spChg>
        <pc:graphicFrameChg chg="ord">
          <ac:chgData name="MYUNG JIN" userId="89f3fa32ababedc4" providerId="LiveId" clId="{37EF9922-BC24-4B77-854D-4ECDA931EC02}" dt="2025-08-05T00:36:37.395" v="240" actId="167"/>
          <ac:graphicFrameMkLst>
            <pc:docMk/>
            <pc:sldMk cId="2121830367" sldId="293"/>
            <ac:graphicFrameMk id="40" creationId="{B82BFF56-A925-DA85-07B6-9932B4911FA6}"/>
          </ac:graphicFrameMkLst>
        </pc:graphicFrameChg>
        <pc:graphicFrameChg chg="ord">
          <ac:chgData name="MYUNG JIN" userId="89f3fa32ababedc4" providerId="LiveId" clId="{37EF9922-BC24-4B77-854D-4ECDA931EC02}" dt="2025-08-05T00:36:12.274" v="239" actId="167"/>
          <ac:graphicFrameMkLst>
            <pc:docMk/>
            <pc:sldMk cId="2121830367" sldId="293"/>
            <ac:graphicFrameMk id="59" creationId="{AAA9C498-6D1C-7684-C5AD-8C0784B709E5}"/>
          </ac:graphicFrameMkLst>
        </pc:graphicFrameChg>
        <pc:graphicFrameChg chg="mod modGraphic">
          <ac:chgData name="MYUNG JIN" userId="89f3fa32ababedc4" providerId="LiveId" clId="{37EF9922-BC24-4B77-854D-4ECDA931EC02}" dt="2025-08-05T00:33:28.857" v="222" actId="2711"/>
          <ac:graphicFrameMkLst>
            <pc:docMk/>
            <pc:sldMk cId="2121830367" sldId="293"/>
            <ac:graphicFrameMk id="224" creationId="{3F1C6EA0-F3D2-35F4-7176-B5094E96E1D5}"/>
          </ac:graphicFrameMkLst>
        </pc:graphicFrameChg>
      </pc:sldChg>
      <pc:sldChg chg="addSp modSp mod">
        <pc:chgData name="MYUNG JIN" userId="89f3fa32ababedc4" providerId="LiveId" clId="{37EF9922-BC24-4B77-854D-4ECDA931EC02}" dt="2025-08-05T00:34:05.281" v="225" actId="2711"/>
        <pc:sldMkLst>
          <pc:docMk/>
          <pc:sldMk cId="2739602740" sldId="294"/>
        </pc:sldMkLst>
        <pc:spChg chg="add mod ord">
          <ac:chgData name="MYUNG JIN" userId="89f3fa32ababedc4" providerId="LiveId" clId="{37EF9922-BC24-4B77-854D-4ECDA931EC02}" dt="2025-07-29T02:07:11.015" v="107" actId="167"/>
          <ac:spMkLst>
            <pc:docMk/>
            <pc:sldMk cId="2739602740" sldId="294"/>
            <ac:spMk id="5" creationId="{F953CD45-F358-AAAB-F74B-4F63C66E94C8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30" creationId="{F6E04971-3B8F-98BB-3D30-A447776FCD31}"/>
          </ac:spMkLst>
        </pc:spChg>
        <pc:spChg chg="mod">
          <ac:chgData name="MYUNG JIN" userId="89f3fa32ababedc4" providerId="LiveId" clId="{37EF9922-BC24-4B77-854D-4ECDA931EC02}" dt="2025-08-05T00:27:39.465" v="186" actId="2711"/>
          <ac:spMkLst>
            <pc:docMk/>
            <pc:sldMk cId="2739602740" sldId="294"/>
            <ac:spMk id="40" creationId="{C7B482BB-B5F9-CDB0-2B9B-104215EC1C02}"/>
          </ac:spMkLst>
        </pc:spChg>
        <pc:spChg chg="mod">
          <ac:chgData name="MYUNG JIN" userId="89f3fa32ababedc4" providerId="LiveId" clId="{37EF9922-BC24-4B77-854D-4ECDA931EC02}" dt="2025-08-05T00:28:01" v="190" actId="14100"/>
          <ac:spMkLst>
            <pc:docMk/>
            <pc:sldMk cId="2739602740" sldId="294"/>
            <ac:spMk id="55" creationId="{FED79CC0-DFBF-B36A-9C04-89684982AEAC}"/>
          </ac:spMkLst>
        </pc:spChg>
        <pc:spChg chg="mod">
          <ac:chgData name="MYUNG JIN" userId="89f3fa32ababedc4" providerId="LiveId" clId="{37EF9922-BC24-4B77-854D-4ECDA931EC02}" dt="2025-08-05T00:27:18.003" v="185" actId="14100"/>
          <ac:spMkLst>
            <pc:docMk/>
            <pc:sldMk cId="2739602740" sldId="294"/>
            <ac:spMk id="64" creationId="{87C0E853-A046-CF95-BE9B-40F433735F9C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6" creationId="{0CF8E02F-DCCD-0760-13A5-E316BDDFF15A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8" creationId="{631D7FAF-5326-11EC-6C5D-5001EA0C9CE6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4" creationId="{EA8A22DA-4317-75C8-8C30-7A39EB88B413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5" creationId="{17BA5A82-7146-D1E6-AB93-E5F15F7DB017}"/>
          </ac:spMkLst>
        </pc:spChg>
        <pc:spChg chg="mod">
          <ac:chgData name="MYUNG JIN" userId="89f3fa32ababedc4" providerId="LiveId" clId="{37EF9922-BC24-4B77-854D-4ECDA931EC02}" dt="2025-08-05T00:34:05.281" v="225" actId="2711"/>
          <ac:spMkLst>
            <pc:docMk/>
            <pc:sldMk cId="2739602740" sldId="294"/>
            <ac:spMk id="113" creationId="{2B52AD70-B9D6-05E0-19DF-BECAD112591F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122" creationId="{6948162F-4AAD-F330-989C-DDE4ADCB7490}"/>
          </ac:spMkLst>
        </pc:spChg>
        <pc:spChg chg="mod">
          <ac:chgData name="MYUNG JIN" userId="89f3fa32ababedc4" providerId="LiveId" clId="{37EF9922-BC24-4B77-854D-4ECDA931EC02}" dt="2025-08-05T00:33:54.734" v="224" actId="2711"/>
          <ac:spMkLst>
            <pc:docMk/>
            <pc:sldMk cId="2739602740" sldId="294"/>
            <ac:spMk id="134" creationId="{1A942958-BBE3-2F7B-4FDF-E327566BE28D}"/>
          </ac:spMkLst>
        </pc:spChg>
        <pc:spChg chg="mod">
          <ac:chgData name="MYUNG JIN" userId="89f3fa32ababedc4" providerId="LiveId" clId="{37EF9922-BC24-4B77-854D-4ECDA931EC02}" dt="2025-08-05T00:33:50.033" v="223" actId="2711"/>
          <ac:spMkLst>
            <pc:docMk/>
            <pc:sldMk cId="2739602740" sldId="294"/>
            <ac:spMk id="137" creationId="{DDF1FE72-BF36-4496-7D10-A066D1C70F3C}"/>
          </ac:spMkLst>
        </pc:spChg>
        <pc:grpChg chg="mod">
          <ac:chgData name="MYUNG JIN" userId="89f3fa32ababedc4" providerId="LiveId" clId="{37EF9922-BC24-4B77-854D-4ECDA931EC02}" dt="2025-07-29T02:07:15.367" v="109" actId="1076"/>
          <ac:grpSpMkLst>
            <pc:docMk/>
            <pc:sldMk cId="2739602740" sldId="294"/>
            <ac:grpSpMk id="125" creationId="{1327CB55-A4D6-577D-35BB-18CF57E7262A}"/>
          </ac:grpSpMkLst>
        </pc:grpChg>
      </pc:sldChg>
      <pc:sldChg chg="addSp delSp modSp mod">
        <pc:chgData name="MYUNG JIN" userId="89f3fa32ababedc4" providerId="LiveId" clId="{37EF9922-BC24-4B77-854D-4ECDA931EC02}" dt="2025-08-05T00:37:56.370" v="269" actId="1076"/>
        <pc:sldMkLst>
          <pc:docMk/>
          <pc:sldMk cId="2177449641" sldId="295"/>
        </pc:sldMkLst>
        <pc:spChg chg="add mod">
          <ac:chgData name="MYUNG JIN" userId="89f3fa32ababedc4" providerId="LiveId" clId="{37EF9922-BC24-4B77-854D-4ECDA931EC02}" dt="2025-07-29T02:07:46.574" v="155" actId="20577"/>
          <ac:spMkLst>
            <pc:docMk/>
            <pc:sldMk cId="2177449641" sldId="295"/>
            <ac:spMk id="17" creationId="{D6A058E8-9117-0067-EEF6-C20DDF139ABE}"/>
          </ac:spMkLst>
        </pc:spChg>
        <pc:spChg chg="mod">
          <ac:chgData name="MYUNG JIN" userId="89f3fa32ababedc4" providerId="LiveId" clId="{37EF9922-BC24-4B77-854D-4ECDA931EC02}" dt="2025-08-05T00:37:30.742" v="259" actId="1036"/>
          <ac:spMkLst>
            <pc:docMk/>
            <pc:sldMk cId="2177449641" sldId="295"/>
            <ac:spMk id="46" creationId="{4FB9E38B-D87C-0295-471A-5AE6AF5F888A}"/>
          </ac:spMkLst>
        </pc:spChg>
        <pc:spChg chg="mod">
          <ac:chgData name="MYUNG JIN" userId="89f3fa32ababedc4" providerId="LiveId" clId="{37EF9922-BC24-4B77-854D-4ECDA931EC02}" dt="2025-08-05T00:37:27.705" v="255" actId="1036"/>
          <ac:spMkLst>
            <pc:docMk/>
            <pc:sldMk cId="2177449641" sldId="295"/>
            <ac:spMk id="47" creationId="{8A072C4B-509B-0C0F-A08A-62FF9BEF2703}"/>
          </ac:spMkLst>
        </pc:spChg>
        <pc:spChg chg="mod">
          <ac:chgData name="MYUNG JIN" userId="89f3fa32ababedc4" providerId="LiveId" clId="{37EF9922-BC24-4B77-854D-4ECDA931EC02}" dt="2025-08-05T00:37:14.654" v="247" actId="2711"/>
          <ac:spMkLst>
            <pc:docMk/>
            <pc:sldMk cId="2177449641" sldId="295"/>
            <ac:spMk id="69" creationId="{FD31B4C3-2262-AF96-C3E0-040B15776353}"/>
          </ac:spMkLst>
        </pc:spChg>
        <pc:spChg chg="mod">
          <ac:chgData name="MYUNG JIN" userId="89f3fa32ababedc4" providerId="LiveId" clId="{37EF9922-BC24-4B77-854D-4ECDA931EC02}" dt="2025-08-05T00:37:40.762" v="265" actId="404"/>
          <ac:spMkLst>
            <pc:docMk/>
            <pc:sldMk cId="2177449641" sldId="295"/>
            <ac:spMk id="88" creationId="{10EA93C6-E4E0-EF47-7FDF-0EFADEC06C26}"/>
          </ac:spMkLst>
        </pc:spChg>
        <pc:grpChg chg="mod">
          <ac:chgData name="MYUNG JIN" userId="89f3fa32ababedc4" providerId="LiveId" clId="{37EF9922-BC24-4B77-854D-4ECDA931EC02}" dt="2025-08-05T00:37:52.284" v="268" actId="1076"/>
          <ac:grpSpMkLst>
            <pc:docMk/>
            <pc:sldMk cId="2177449641" sldId="295"/>
            <ac:grpSpMk id="105" creationId="{C1E146CD-967F-0247-D32C-CCC304A49217}"/>
          </ac:grpSpMkLst>
        </pc:grpChg>
        <pc:cxnChg chg="mod">
          <ac:chgData name="MYUNG JIN" userId="89f3fa32ababedc4" providerId="LiveId" clId="{37EF9922-BC24-4B77-854D-4ECDA931EC02}" dt="2025-08-05T00:37:56.370" v="269" actId="1076"/>
          <ac:cxnSpMkLst>
            <pc:docMk/>
            <pc:sldMk cId="2177449641" sldId="295"/>
            <ac:cxnSpMk id="84" creationId="{58A17CD6-DB05-3041-ED4E-FFC0CEE8B987}"/>
          </ac:cxnSpMkLst>
        </pc:cxnChg>
      </pc:sldChg>
      <pc:sldChg chg="addSp delSp modSp mod">
        <pc:chgData name="MYUNG JIN" userId="89f3fa32ababedc4" providerId="LiveId" clId="{37EF9922-BC24-4B77-854D-4ECDA931EC02}" dt="2025-08-05T04:56:42.649" v="434" actId="478"/>
        <pc:sldMkLst>
          <pc:docMk/>
          <pc:sldMk cId="3371992946" sldId="296"/>
        </pc:sldMkLst>
        <pc:spChg chg="mod">
          <ac:chgData name="MYUNG JIN" userId="89f3fa32ababedc4" providerId="LiveId" clId="{37EF9922-BC24-4B77-854D-4ECDA931EC02}" dt="2025-08-05T04:54:20.697" v="416" actId="1076"/>
          <ac:spMkLst>
            <pc:docMk/>
            <pc:sldMk cId="3371992946" sldId="296"/>
            <ac:spMk id="2" creationId="{846F8C79-D82A-88BB-C32D-5B3F9CE2250C}"/>
          </ac:spMkLst>
        </pc:spChg>
        <pc:spChg chg="mod">
          <ac:chgData name="MYUNG JIN" userId="89f3fa32ababedc4" providerId="LiveId" clId="{37EF9922-BC24-4B77-854D-4ECDA931EC02}" dt="2025-08-05T04:53:35.420" v="410" actId="2711"/>
          <ac:spMkLst>
            <pc:docMk/>
            <pc:sldMk cId="3371992946" sldId="296"/>
            <ac:spMk id="11" creationId="{1E26113D-5EAA-681E-05D3-689F8960CFF6}"/>
          </ac:spMkLst>
        </pc:spChg>
        <pc:spChg chg="mod">
          <ac:chgData name="MYUNG JIN" userId="89f3fa32ababedc4" providerId="LiveId" clId="{37EF9922-BC24-4B77-854D-4ECDA931EC02}" dt="2025-08-05T04:45:18.094" v="408" actId="2711"/>
          <ac:spMkLst>
            <pc:docMk/>
            <pc:sldMk cId="3371992946" sldId="296"/>
            <ac:spMk id="20" creationId="{D9C0B407-0791-CA80-DA6B-A7A4397258F0}"/>
          </ac:spMkLst>
        </pc:spChg>
        <pc:spChg chg="mod">
          <ac:chgData name="MYUNG JIN" userId="89f3fa32ababedc4" providerId="LiveId" clId="{37EF9922-BC24-4B77-854D-4ECDA931EC02}" dt="2025-08-05T04:54:23.861" v="417" actId="1076"/>
          <ac:spMkLst>
            <pc:docMk/>
            <pc:sldMk cId="3371992946" sldId="296"/>
            <ac:spMk id="25" creationId="{028FAA34-203E-1E7C-ED60-00ACD4043955}"/>
          </ac:spMkLst>
        </pc:spChg>
        <pc:grpChg chg="mod">
          <ac:chgData name="MYUNG JIN" userId="89f3fa32ababedc4" providerId="LiveId" clId="{37EF9922-BC24-4B77-854D-4ECDA931EC02}" dt="2025-08-05T04:54:23.861" v="417" actId="1076"/>
          <ac:grpSpMkLst>
            <pc:docMk/>
            <pc:sldMk cId="3371992946" sldId="296"/>
            <ac:grpSpMk id="21" creationId="{77040CAA-FC6D-13CB-67A3-996E4A8C4EBA}"/>
          </ac:grpSpMkLst>
        </pc:grpChg>
      </pc:sldChg>
      <pc:sldChg chg="addSp delSp modSp mod">
        <pc:chgData name="MYUNG JIN" userId="89f3fa32ababedc4" providerId="LiveId" clId="{37EF9922-BC24-4B77-854D-4ECDA931EC02}" dt="2025-08-05T00:34:18.880" v="226" actId="2711"/>
        <pc:sldMkLst>
          <pc:docMk/>
          <pc:sldMk cId="2929006531" sldId="297"/>
        </pc:sldMkLst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" creationId="{CC9FC38C-A53C-4DC5-8E00-866E9D3C9F38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4" creationId="{57869DDD-E4AF-0CBB-3F6A-41CC92A78AB1}"/>
          </ac:spMkLst>
        </pc:spChg>
        <pc:spChg chg="mod topLvl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5" creationId="{98A00711-433D-99FE-BDCF-8F4B35A6B733}"/>
          </ac:spMkLst>
        </pc:spChg>
        <pc:spChg chg="mod">
          <ac:chgData name="MYUNG JIN" userId="89f3fa32ababedc4" providerId="LiveId" clId="{37EF9922-BC24-4B77-854D-4ECDA931EC02}" dt="2025-08-05T00:30:15.866" v="204" actId="14100"/>
          <ac:spMkLst>
            <pc:docMk/>
            <pc:sldMk cId="2929006531" sldId="297"/>
            <ac:spMk id="6" creationId="{E52136DE-7A31-6B18-E105-08AA34A792C5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7" creationId="{F90BA298-ED92-1AB5-8453-9CA6694E0DEC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" creationId="{D2E86CF6-DB08-4D70-B746-2BF553DB88AD}"/>
          </ac:spMkLst>
        </pc:spChg>
        <pc:spChg chg="add mod">
          <ac:chgData name="MYUNG JIN" userId="89f3fa32ababedc4" providerId="LiveId" clId="{37EF9922-BC24-4B77-854D-4ECDA931EC02}" dt="2025-07-29T02:07:19.202" v="115" actId="20577"/>
          <ac:spMkLst>
            <pc:docMk/>
            <pc:sldMk cId="2929006531" sldId="297"/>
            <ac:spMk id="15" creationId="{30A4816D-8366-D19E-BB79-F36BEDFC70E2}"/>
          </ac:spMkLst>
        </pc:spChg>
        <pc:spChg chg="mod">
          <ac:chgData name="MYUNG JIN" userId="89f3fa32ababedc4" providerId="LiveId" clId="{37EF9922-BC24-4B77-854D-4ECDA931EC02}" dt="2025-08-05T00:29:16.700" v="200" actId="14100"/>
          <ac:spMkLst>
            <pc:docMk/>
            <pc:sldMk cId="2929006531" sldId="297"/>
            <ac:spMk id="17" creationId="{D25E60D4-6107-E801-58C8-3CC521566460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19" creationId="{6DBA88C5-F6BC-CC77-FD2E-22421CFB442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1" creationId="{C5478B7D-D792-84E7-4E5F-95392744CD7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2" creationId="{6E6BE179-B2AE-D3B5-A454-7EBD36E9D7BD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3" creationId="{E0AD34D7-6D5C-D68B-40EE-9F431E7FDFAA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41" creationId="{FCF0CFFF-5E77-3DA2-9763-CB1AA0DE24D1}"/>
          </ac:spMkLst>
        </pc:spChg>
        <pc:spChg chg="mod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42" creationId="{22B688EA-9773-60DB-6200-E51D01B2EBFB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3" creationId="{B8403B6A-0BD7-7A9D-5C07-694DBF60373C}"/>
          </ac:spMkLst>
        </pc:spChg>
        <pc:spChg chg="mod topLvl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5" creationId="{56DD7021-2901-B136-603D-4BCE481DEDA2}"/>
          </ac:spMkLst>
        </pc:spChg>
        <pc:spChg chg="mod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7" creationId="{A72EA202-2DA8-295A-C18F-027C0F584EE7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9" creationId="{FD2A2E2D-9BD7-ACEA-79D2-7A26CA3B790C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0" creationId="{ADFD939A-C718-C4CD-BB1D-8219A75C63DD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1" creationId="{AEB75788-A66B-450C-F375-9D0C5EB8EBDE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2" creationId="{66356849-2A96-3935-D7B7-D6F23792A7C6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3" creationId="{C25A1755-494F-75E0-60FE-0351EE2850A9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4" creationId="{1F469461-F3DE-19C8-02A9-57C2BCB7BE69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5" creationId="{99100E5F-2978-900C-122E-CC60F61A4988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6" creationId="{EAD70ABF-3B7F-B60D-FF94-09EE2E42C705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7" creationId="{948277D6-067A-4823-C841-5255A1049C6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9" creationId="{A7B585AF-DACB-5633-A430-890D35C1B3E1}"/>
          </ac:spMkLst>
        </pc:spChg>
        <pc:spChg chg="mod topLvl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1" creationId="{12E126D7-B492-4AAE-B2D7-7DAF25479315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4" creationId="{A82939DE-FE5E-0029-B33A-A3F58E023D0F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8" creationId="{28FCDB51-493E-0E41-A8B3-C28BC46671C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9" creationId="{77A2D017-E48E-5C1A-E5E5-61ABBB9CAABE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0" creationId="{3E3C00A3-33B1-0C92-82D5-CB8F12789E73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1" creationId="{F7D485AA-2188-BF44-63D6-5A231006D7F1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5" creationId="{B3F17DDE-4139-7999-B3F6-E19B625D10B3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78" creationId="{ED7BE18E-1FFA-5A75-3F2F-91B37EB35B8E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2" creationId="{1EDC3793-CD1F-5748-2790-CD98440B542B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3" creationId="{35AF7539-570C-840F-6F23-9A31CF91E85F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89" creationId="{7699279E-72A4-C0D0-FBBF-6BEAF45F08C4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0" creationId="{2D37CB55-2BE1-5EE1-CBFB-C4E83293E105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1" creationId="{B628BF2D-4087-7D3C-1A83-F99EBD155FFD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2" creationId="{5F09FB81-A7FF-4E45-2417-C63A071D9112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3" creationId="{D1F32C1B-DA78-5087-3AF4-BC13A02890FA}"/>
          </ac:spMkLst>
        </pc:spChg>
        <pc:spChg chg="mod topLvl">
          <ac:chgData name="MYUNG JIN" userId="89f3fa32ababedc4" providerId="LiveId" clId="{37EF9922-BC24-4B77-854D-4ECDA931EC02}" dt="2025-08-05T00:29:18.588" v="201" actId="14100"/>
          <ac:spMkLst>
            <pc:docMk/>
            <pc:sldMk cId="2929006531" sldId="297"/>
            <ac:spMk id="116" creationId="{30EE92B7-EAF7-EDBC-72A6-59B183985C62}"/>
          </ac:spMkLst>
        </pc:spChg>
        <pc:spChg chg="mod topLvl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140" creationId="{5722A109-AF45-5C21-1E12-CA5F290F418C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57" creationId="{7984C7EE-5637-7CF2-2267-ACF1E6D9138A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8" creationId="{FB9690B9-82F2-B815-8FE2-FEB49F9E01C4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9" creationId="{91F8FE2D-2A90-2D40-E59A-D2D81336B02F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61" creationId="{E2168A17-595D-17A0-EC95-3676C5DEF13E}"/>
          </ac:spMkLst>
        </pc:spChg>
        <pc:graphicFrameChg chg="ord">
          <ac:chgData name="MYUNG JIN" userId="89f3fa32ababedc4" providerId="LiveId" clId="{37EF9922-BC24-4B77-854D-4ECDA931EC02}" dt="2025-08-05T00:29:48.548" v="202" actId="167"/>
          <ac:graphicFrameMkLst>
            <pc:docMk/>
            <pc:sldMk cId="2929006531" sldId="297"/>
            <ac:graphicFrameMk id="2" creationId="{04E0EEB3-A9B3-176E-93D3-7B52220BCF31}"/>
          </ac:graphicFrameMkLst>
        </pc:graphicFrameChg>
        <pc:picChg chg="mod topLvl">
          <ac:chgData name="MYUNG JIN" userId="89f3fa32ababedc4" providerId="LiveId" clId="{37EF9922-BC24-4B77-854D-4ECDA931EC02}" dt="2025-08-05T00:28:45.231" v="196" actId="165"/>
          <ac:picMkLst>
            <pc:docMk/>
            <pc:sldMk cId="2929006531" sldId="297"/>
            <ac:picMk id="58" creationId="{41D861BD-CD16-EA3F-EE0B-7001ABEBE224}"/>
          </ac:picMkLst>
        </pc:pic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0" creationId="{1A125A79-6D23-A3F1-B3EA-B056468430C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1" creationId="{81E932A5-0515-269D-5655-4C0F351D3E23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4" creationId="{66CC80B9-92C1-4C59-AB6E-A59BBCFAFED2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6" creationId="{5795CF27-D42D-06E9-2370-EEF8623A5FB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48" creationId="{F6643AD4-C76C-B642-4348-D529894EB679}"/>
          </ac:cxnSpMkLst>
        </pc:cxnChg>
      </pc:sldChg>
      <pc:sldChg chg="addSp modSp del">
        <pc:chgData name="MYUNG JIN" userId="89f3fa32ababedc4" providerId="LiveId" clId="{37EF9922-BC24-4B77-854D-4ECDA931EC02}" dt="2025-07-29T02:07:38.049" v="144" actId="47"/>
        <pc:sldMkLst>
          <pc:docMk/>
          <pc:sldMk cId="2937257746" sldId="298"/>
        </pc:sldMkLst>
      </pc:sldChg>
      <pc:sldChg chg="del">
        <pc:chgData name="MYUNG JIN" userId="89f3fa32ababedc4" providerId="LiveId" clId="{37EF9922-BC24-4B77-854D-4ECDA931EC02}" dt="2025-07-29T02:06:17.913" v="83" actId="47"/>
        <pc:sldMkLst>
          <pc:docMk/>
          <pc:sldMk cId="1208402874" sldId="2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8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7.emf"/><Relationship Id="rId7" Type="http://schemas.openxmlformats.org/officeDocument/2006/relationships/image" Target="../media/image17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emf"/><Relationship Id="rId4" Type="http://schemas.openxmlformats.org/officeDocument/2006/relationships/oleObject" Target="../embeddings/oleObject2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048D84DA-111F-864F-A4C0-E3B202373426}"/>
              </a:ext>
            </a:extLst>
          </p:cNvPr>
          <p:cNvGrpSpPr/>
          <p:nvPr/>
        </p:nvGrpSpPr>
        <p:grpSpPr>
          <a:xfrm>
            <a:off x="471489" y="5013149"/>
            <a:ext cx="3109905" cy="753255"/>
            <a:chOff x="3331940" y="3170370"/>
            <a:chExt cx="3371527" cy="816623"/>
          </a:xfrm>
        </p:grpSpPr>
        <p:sp>
          <p:nvSpPr>
            <p:cNvPr id="341" name="TextBox 340">
              <a:extLst>
                <a:ext uri="{FF2B5EF4-FFF2-40B4-BE49-F238E27FC236}">
                  <a16:creationId xmlns:a16="http://schemas.microsoft.com/office/drawing/2014/main" id="{C9C19EED-F9DE-8FF8-55E2-86BE953A543F}"/>
                </a:ext>
              </a:extLst>
            </p:cNvPr>
            <p:cNvSpPr txBox="1"/>
            <p:nvPr/>
          </p:nvSpPr>
          <p:spPr>
            <a:xfrm>
              <a:off x="3331940" y="3170370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(e)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1E79700D-8366-B1C8-6929-D2EC577A79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2120"/>
            <a:stretch>
              <a:fillRect/>
            </a:stretch>
          </p:blipFill>
          <p:spPr>
            <a:xfrm>
              <a:off x="3383303" y="3430487"/>
              <a:ext cx="3320164" cy="556506"/>
            </a:xfrm>
            <a:prstGeom prst="rect">
              <a:avLst/>
            </a:prstGeom>
          </p:spPr>
        </p:pic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D67A80BB-2E99-FC41-02B9-16A6177891F9}"/>
              </a:ext>
            </a:extLst>
          </p:cNvPr>
          <p:cNvCxnSpPr>
            <a:cxnSpLocks/>
          </p:cNvCxnSpPr>
          <p:nvPr/>
        </p:nvCxnSpPr>
        <p:spPr>
          <a:xfrm flipV="1">
            <a:off x="1337549" y="3541573"/>
            <a:ext cx="0" cy="32400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56">
            <a:extLst>
              <a:ext uri="{FF2B5EF4-FFF2-40B4-BE49-F238E27FC236}">
                <a16:creationId xmlns:a16="http://schemas.microsoft.com/office/drawing/2014/main" id="{02602C43-FB43-09F7-BD28-1BEB6E8FA1AD}"/>
              </a:ext>
            </a:extLst>
          </p:cNvPr>
          <p:cNvCxnSpPr>
            <a:cxnSpLocks/>
          </p:cNvCxnSpPr>
          <p:nvPr/>
        </p:nvCxnSpPr>
        <p:spPr>
          <a:xfrm flipV="1">
            <a:off x="1801101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539F069C-82D8-6B60-A6EB-BDFD9D19A238}"/>
              </a:ext>
            </a:extLst>
          </p:cNvPr>
          <p:cNvCxnSpPr>
            <a:cxnSpLocks/>
          </p:cNvCxnSpPr>
          <p:nvPr/>
        </p:nvCxnSpPr>
        <p:spPr>
          <a:xfrm flipV="1">
            <a:off x="1989294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3BA686A7-CBED-C21F-DF8F-1E0FB8102328}"/>
              </a:ext>
            </a:extLst>
          </p:cNvPr>
          <p:cNvCxnSpPr>
            <a:cxnSpLocks/>
          </p:cNvCxnSpPr>
          <p:nvPr/>
        </p:nvCxnSpPr>
        <p:spPr>
          <a:xfrm flipV="1">
            <a:off x="2177487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E7FE8A5C-7405-C7D8-A2E1-842B02F6DD44}"/>
              </a:ext>
            </a:extLst>
          </p:cNvPr>
          <p:cNvCxnSpPr>
            <a:cxnSpLocks/>
          </p:cNvCxnSpPr>
          <p:nvPr/>
        </p:nvCxnSpPr>
        <p:spPr>
          <a:xfrm flipV="1">
            <a:off x="2365681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>
            <a:extLst>
              <a:ext uri="{FF2B5EF4-FFF2-40B4-BE49-F238E27FC236}">
                <a16:creationId xmlns:a16="http://schemas.microsoft.com/office/drawing/2014/main" id="{A39757E9-04D2-2A2B-887E-4824C9160A6F}"/>
              </a:ext>
            </a:extLst>
          </p:cNvPr>
          <p:cNvCxnSpPr>
            <a:cxnSpLocks/>
          </p:cNvCxnSpPr>
          <p:nvPr/>
        </p:nvCxnSpPr>
        <p:spPr>
          <a:xfrm flipV="1">
            <a:off x="2729748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DFFC7784-EBB0-A292-9F08-EC02DB24BC5D}"/>
              </a:ext>
            </a:extLst>
          </p:cNvPr>
          <p:cNvCxnSpPr>
            <a:cxnSpLocks/>
          </p:cNvCxnSpPr>
          <p:nvPr/>
        </p:nvCxnSpPr>
        <p:spPr>
          <a:xfrm flipV="1">
            <a:off x="2917200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0DA502E0-853D-BDF0-C22C-3F0D34EAC853}"/>
              </a:ext>
            </a:extLst>
          </p:cNvPr>
          <p:cNvCxnSpPr>
            <a:cxnSpLocks/>
          </p:cNvCxnSpPr>
          <p:nvPr/>
        </p:nvCxnSpPr>
        <p:spPr>
          <a:xfrm flipV="1">
            <a:off x="3428592" y="3541573"/>
            <a:ext cx="0" cy="32400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>
            <a:extLst>
              <a:ext uri="{FF2B5EF4-FFF2-40B4-BE49-F238E27FC236}">
                <a16:creationId xmlns:a16="http://schemas.microsoft.com/office/drawing/2014/main" id="{1C924ED3-52C1-9B10-C93E-A832CD3F03F7}"/>
              </a:ext>
            </a:extLst>
          </p:cNvPr>
          <p:cNvCxnSpPr>
            <a:cxnSpLocks/>
          </p:cNvCxnSpPr>
          <p:nvPr/>
        </p:nvCxnSpPr>
        <p:spPr>
          <a:xfrm>
            <a:off x="1337549" y="3795784"/>
            <a:ext cx="207413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0A3913FC-2799-DF40-643E-145B3A1E6088}"/>
              </a:ext>
            </a:extLst>
          </p:cNvPr>
          <p:cNvGrpSpPr/>
          <p:nvPr/>
        </p:nvGrpSpPr>
        <p:grpSpPr>
          <a:xfrm>
            <a:off x="1544962" y="3716850"/>
            <a:ext cx="48725" cy="157867"/>
            <a:chOff x="1663538" y="2271752"/>
            <a:chExt cx="33334" cy="233443"/>
          </a:xfrm>
        </p:grpSpPr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858DDD00-D605-7EFC-46E6-EF72066FD0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5778B8AA-CC7C-8172-0A96-141FBEA27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2" name="직선 연결선 171">
            <a:extLst>
              <a:ext uri="{FF2B5EF4-FFF2-40B4-BE49-F238E27FC236}">
                <a16:creationId xmlns:a16="http://schemas.microsoft.com/office/drawing/2014/main" id="{D0111D35-C58D-DDD8-F39C-49B16F239927}"/>
              </a:ext>
            </a:extLst>
          </p:cNvPr>
          <p:cNvCxnSpPr>
            <a:cxnSpLocks/>
          </p:cNvCxnSpPr>
          <p:nvPr/>
        </p:nvCxnSpPr>
        <p:spPr>
          <a:xfrm>
            <a:off x="1593687" y="3795784"/>
            <a:ext cx="207413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B5FCB9B3-5F28-0904-7DEF-7567524B71CD}"/>
              </a:ext>
            </a:extLst>
          </p:cNvPr>
          <p:cNvGrpSpPr/>
          <p:nvPr/>
        </p:nvGrpSpPr>
        <p:grpSpPr>
          <a:xfrm>
            <a:off x="1871812" y="3717061"/>
            <a:ext cx="48725" cy="157867"/>
            <a:chOff x="1663538" y="2271752"/>
            <a:chExt cx="33334" cy="233443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362F527A-BC4A-A4E6-3C99-5FB92F0811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7F58D7F2-0566-7828-063D-FC20312258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5" name="직선 연결선 194">
            <a:extLst>
              <a:ext uri="{FF2B5EF4-FFF2-40B4-BE49-F238E27FC236}">
                <a16:creationId xmlns:a16="http://schemas.microsoft.com/office/drawing/2014/main" id="{99E4E3C9-4EC7-8A68-BA8D-035390FE2A42}"/>
              </a:ext>
            </a:extLst>
          </p:cNvPr>
          <p:cNvCxnSpPr>
            <a:cxnSpLocks/>
          </p:cNvCxnSpPr>
          <p:nvPr/>
        </p:nvCxnSpPr>
        <p:spPr>
          <a:xfrm>
            <a:off x="1803055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687F3EF2-B2EA-3585-3079-EF014F25C81A}"/>
              </a:ext>
            </a:extLst>
          </p:cNvPr>
          <p:cNvCxnSpPr>
            <a:cxnSpLocks/>
          </p:cNvCxnSpPr>
          <p:nvPr/>
        </p:nvCxnSpPr>
        <p:spPr>
          <a:xfrm>
            <a:off x="1921755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A544A87-3205-09C1-F8AE-AEA619BB1D31}"/>
              </a:ext>
            </a:extLst>
          </p:cNvPr>
          <p:cNvGrpSpPr/>
          <p:nvPr/>
        </p:nvGrpSpPr>
        <p:grpSpPr>
          <a:xfrm>
            <a:off x="2060015" y="3717061"/>
            <a:ext cx="48725" cy="157867"/>
            <a:chOff x="1663538" y="2271752"/>
            <a:chExt cx="33334" cy="233443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6A40951E-B7F6-245F-0095-03DA7093DF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직선 연결선 248">
              <a:extLst>
                <a:ext uri="{FF2B5EF4-FFF2-40B4-BE49-F238E27FC236}">
                  <a16:creationId xmlns:a16="http://schemas.microsoft.com/office/drawing/2014/main" id="{9AF25614-9FC7-A69E-12FD-804B40816B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C8866682-3C5D-50B8-F0D4-D9EF27302C7A}"/>
              </a:ext>
            </a:extLst>
          </p:cNvPr>
          <p:cNvCxnSpPr>
            <a:cxnSpLocks/>
          </p:cNvCxnSpPr>
          <p:nvPr/>
        </p:nvCxnSpPr>
        <p:spPr>
          <a:xfrm>
            <a:off x="1991258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직선 연결선 250">
            <a:extLst>
              <a:ext uri="{FF2B5EF4-FFF2-40B4-BE49-F238E27FC236}">
                <a16:creationId xmlns:a16="http://schemas.microsoft.com/office/drawing/2014/main" id="{5E00658A-953C-0160-C206-00DE5ED16770}"/>
              </a:ext>
            </a:extLst>
          </p:cNvPr>
          <p:cNvCxnSpPr>
            <a:cxnSpLocks/>
          </p:cNvCxnSpPr>
          <p:nvPr/>
        </p:nvCxnSpPr>
        <p:spPr>
          <a:xfrm>
            <a:off x="2109958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425BA2C3-A01B-4E7E-A412-BF54DB4C1EDB}"/>
              </a:ext>
            </a:extLst>
          </p:cNvPr>
          <p:cNvGrpSpPr/>
          <p:nvPr/>
        </p:nvGrpSpPr>
        <p:grpSpPr>
          <a:xfrm>
            <a:off x="2247889" y="3717061"/>
            <a:ext cx="48725" cy="157867"/>
            <a:chOff x="1663538" y="2271752"/>
            <a:chExt cx="33334" cy="233443"/>
          </a:xfrm>
        </p:grpSpPr>
        <p:cxnSp>
          <p:nvCxnSpPr>
            <p:cNvPr id="253" name="직선 연결선 252">
              <a:extLst>
                <a:ext uri="{FF2B5EF4-FFF2-40B4-BE49-F238E27FC236}">
                  <a16:creationId xmlns:a16="http://schemas.microsoft.com/office/drawing/2014/main" id="{C2CCB0DC-8B46-BF45-4F21-09C19B6D79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5D7A4370-623E-FF90-FDBF-4CC524FDA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5" name="직선 연결선 254">
            <a:extLst>
              <a:ext uri="{FF2B5EF4-FFF2-40B4-BE49-F238E27FC236}">
                <a16:creationId xmlns:a16="http://schemas.microsoft.com/office/drawing/2014/main" id="{8534D837-797C-8F5C-BEFD-59BC16A62EBC}"/>
              </a:ext>
            </a:extLst>
          </p:cNvPr>
          <p:cNvCxnSpPr>
            <a:cxnSpLocks/>
          </p:cNvCxnSpPr>
          <p:nvPr/>
        </p:nvCxnSpPr>
        <p:spPr>
          <a:xfrm>
            <a:off x="2179133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직선 연결선 255">
            <a:extLst>
              <a:ext uri="{FF2B5EF4-FFF2-40B4-BE49-F238E27FC236}">
                <a16:creationId xmlns:a16="http://schemas.microsoft.com/office/drawing/2014/main" id="{AC82A5C7-EBE0-2060-48EE-EC76C4F16691}"/>
              </a:ext>
            </a:extLst>
          </p:cNvPr>
          <p:cNvCxnSpPr>
            <a:cxnSpLocks/>
          </p:cNvCxnSpPr>
          <p:nvPr/>
        </p:nvCxnSpPr>
        <p:spPr>
          <a:xfrm>
            <a:off x="2297832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7" name="그룹 256">
            <a:extLst>
              <a:ext uri="{FF2B5EF4-FFF2-40B4-BE49-F238E27FC236}">
                <a16:creationId xmlns:a16="http://schemas.microsoft.com/office/drawing/2014/main" id="{9AFD18F3-FEA4-CA0F-FD40-B6CD95EB3938}"/>
              </a:ext>
            </a:extLst>
          </p:cNvPr>
          <p:cNvGrpSpPr/>
          <p:nvPr/>
        </p:nvGrpSpPr>
        <p:grpSpPr>
          <a:xfrm>
            <a:off x="2797823" y="3717061"/>
            <a:ext cx="48725" cy="157867"/>
            <a:chOff x="1663538" y="2271752"/>
            <a:chExt cx="33334" cy="233443"/>
          </a:xfrm>
        </p:grpSpPr>
        <p:cxnSp>
          <p:nvCxnSpPr>
            <p:cNvPr id="258" name="직선 연결선 257">
              <a:extLst>
                <a:ext uri="{FF2B5EF4-FFF2-40B4-BE49-F238E27FC236}">
                  <a16:creationId xmlns:a16="http://schemas.microsoft.com/office/drawing/2014/main" id="{F0D87BAA-F0D6-61C5-E6DA-BF4F1BBE0A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직선 연결선 258">
              <a:extLst>
                <a:ext uri="{FF2B5EF4-FFF2-40B4-BE49-F238E27FC236}">
                  <a16:creationId xmlns:a16="http://schemas.microsoft.com/office/drawing/2014/main" id="{774643FC-B05F-6DE7-20ED-E432BDBF48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0" name="직선 연결선 259">
            <a:extLst>
              <a:ext uri="{FF2B5EF4-FFF2-40B4-BE49-F238E27FC236}">
                <a16:creationId xmlns:a16="http://schemas.microsoft.com/office/drawing/2014/main" id="{9FD70977-9E28-7E45-6745-8D3D990AA4B1}"/>
              </a:ext>
            </a:extLst>
          </p:cNvPr>
          <p:cNvCxnSpPr>
            <a:cxnSpLocks/>
          </p:cNvCxnSpPr>
          <p:nvPr/>
        </p:nvCxnSpPr>
        <p:spPr>
          <a:xfrm>
            <a:off x="2729067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직선 연결선 260">
            <a:extLst>
              <a:ext uri="{FF2B5EF4-FFF2-40B4-BE49-F238E27FC236}">
                <a16:creationId xmlns:a16="http://schemas.microsoft.com/office/drawing/2014/main" id="{BCA3FA44-42BB-CC4C-D231-5A3E629FB4B0}"/>
              </a:ext>
            </a:extLst>
          </p:cNvPr>
          <p:cNvCxnSpPr>
            <a:cxnSpLocks/>
          </p:cNvCxnSpPr>
          <p:nvPr/>
        </p:nvCxnSpPr>
        <p:spPr>
          <a:xfrm>
            <a:off x="2847766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직선 연결선 261">
            <a:extLst>
              <a:ext uri="{FF2B5EF4-FFF2-40B4-BE49-F238E27FC236}">
                <a16:creationId xmlns:a16="http://schemas.microsoft.com/office/drawing/2014/main" id="{5D43958B-87C9-AF13-EEF7-2233644EA7E5}"/>
              </a:ext>
            </a:extLst>
          </p:cNvPr>
          <p:cNvCxnSpPr>
            <a:cxnSpLocks/>
          </p:cNvCxnSpPr>
          <p:nvPr/>
        </p:nvCxnSpPr>
        <p:spPr>
          <a:xfrm>
            <a:off x="2914247" y="3795784"/>
            <a:ext cx="23972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6896CF18-8A5A-6738-8E9A-1CBCD8003BAC}"/>
              </a:ext>
            </a:extLst>
          </p:cNvPr>
          <p:cNvGrpSpPr/>
          <p:nvPr/>
        </p:nvGrpSpPr>
        <p:grpSpPr>
          <a:xfrm>
            <a:off x="3148534" y="3716850"/>
            <a:ext cx="48725" cy="157867"/>
            <a:chOff x="1663538" y="2271752"/>
            <a:chExt cx="33334" cy="233443"/>
          </a:xfrm>
        </p:grpSpPr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7D51F7CB-EA73-CCC4-F8A6-E04C12F4EC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직선 연결선 264">
              <a:extLst>
                <a:ext uri="{FF2B5EF4-FFF2-40B4-BE49-F238E27FC236}">
                  <a16:creationId xmlns:a16="http://schemas.microsoft.com/office/drawing/2014/main" id="{60DFA192-098F-993E-6771-97A968195E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4F4D09EC-9032-3E8E-4177-1A0DCEFC2693}"/>
              </a:ext>
            </a:extLst>
          </p:cNvPr>
          <p:cNvCxnSpPr>
            <a:cxnSpLocks/>
          </p:cNvCxnSpPr>
          <p:nvPr/>
        </p:nvCxnSpPr>
        <p:spPr>
          <a:xfrm>
            <a:off x="3197462" y="3795784"/>
            <a:ext cx="23153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46D2977F-4FCD-5CD6-3D37-75749140FE2C}"/>
                  </a:ext>
                </a:extLst>
              </p:cNvPr>
              <p:cNvSpPr txBox="1"/>
              <p:nvPr/>
            </p:nvSpPr>
            <p:spPr>
              <a:xfrm>
                <a:off x="1405166" y="3529889"/>
                <a:ext cx="343599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𝐓𝐎𝐗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46D2977F-4FCD-5CD6-3D37-75749140F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166" y="3529889"/>
                <a:ext cx="343599" cy="1799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71B450CB-DEBE-66D1-1FF6-F4B71B3E0EFB}"/>
                  </a:ext>
                </a:extLst>
              </p:cNvPr>
              <p:cNvSpPr txBox="1"/>
              <p:nvPr/>
            </p:nvSpPr>
            <p:spPr>
              <a:xfrm>
                <a:off x="1814163" y="3529889"/>
                <a:ext cx="191295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71B450CB-DEBE-66D1-1FF6-F4B71B3E0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4163" y="3529889"/>
                <a:ext cx="191295" cy="179955"/>
              </a:xfrm>
              <a:prstGeom prst="rect">
                <a:avLst/>
              </a:prstGeom>
              <a:blipFill>
                <a:blip r:embed="rId4"/>
                <a:stretch>
                  <a:fillRect l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C979B03C-CE83-5E47-37F8-A94D75DFCDF3}"/>
                  </a:ext>
                </a:extLst>
              </p:cNvPr>
              <p:cNvSpPr txBox="1"/>
              <p:nvPr/>
            </p:nvSpPr>
            <p:spPr>
              <a:xfrm>
                <a:off x="2009004" y="3529889"/>
                <a:ext cx="191295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C979B03C-CE83-5E47-37F8-A94D75DFC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004" y="3529889"/>
                <a:ext cx="191295" cy="179955"/>
              </a:xfrm>
              <a:prstGeom prst="rect">
                <a:avLst/>
              </a:prstGeom>
              <a:blipFill>
                <a:blip r:embed="rId5"/>
                <a:stretch>
                  <a:fillRect l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FEB51AC4-52D3-8E0A-7C3D-5338A1592303}"/>
                  </a:ext>
                </a:extLst>
              </p:cNvPr>
              <p:cNvSpPr txBox="1"/>
              <p:nvPr/>
            </p:nvSpPr>
            <p:spPr>
              <a:xfrm>
                <a:off x="2196454" y="3529889"/>
                <a:ext cx="191295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FEB51AC4-52D3-8E0A-7C3D-5338A1592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454" y="3529889"/>
                <a:ext cx="191295" cy="1799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CF4FB1F2-BC44-FF72-203A-10ED9568662F}"/>
                  </a:ext>
                </a:extLst>
              </p:cNvPr>
              <p:cNvSpPr txBox="1"/>
              <p:nvPr/>
            </p:nvSpPr>
            <p:spPr>
              <a:xfrm>
                <a:off x="2736315" y="3529889"/>
                <a:ext cx="200667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𝐍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CF4FB1F2-BC44-FF72-203A-10ED956866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6315" y="3529889"/>
                <a:ext cx="200667" cy="179955"/>
              </a:xfrm>
              <a:prstGeom prst="rect">
                <a:avLst/>
              </a:prstGeom>
              <a:blipFill>
                <a:blip r:embed="rId7"/>
                <a:stretch>
                  <a:fillRect l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1CD0F79-60FA-B84B-9906-CAD1F9EA9E10}"/>
                  </a:ext>
                </a:extLst>
              </p:cNvPr>
              <p:cNvSpPr txBox="1"/>
              <p:nvPr/>
            </p:nvSpPr>
            <p:spPr>
              <a:xfrm>
                <a:off x="3016373" y="3529889"/>
                <a:ext cx="343599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𝐁𝐎𝐗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1CD0F79-60FA-B84B-9906-CAD1F9EA9E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373" y="3529889"/>
                <a:ext cx="343599" cy="1799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37549" y="2998006"/>
            <a:ext cx="465393" cy="538163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2942" y="3005139"/>
            <a:ext cx="321133" cy="52626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9900"/>
            <a:ext cx="267346" cy="53103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7043"/>
            <a:ext cx="184281" cy="52626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2995613"/>
            <a:ext cx="144052" cy="542935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2135" cy="53102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902908" y="2995613"/>
            <a:ext cx="12945" cy="54769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0882" y="3012281"/>
            <a:ext cx="188118" cy="51911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E2BADC0F-0D8F-86A1-DC99-A502776BBCEE}"/>
              </a:ext>
            </a:extLst>
          </p:cNvPr>
          <p:cNvSpPr txBox="1"/>
          <p:nvPr/>
        </p:nvSpPr>
        <p:spPr>
          <a:xfrm>
            <a:off x="1611519" y="3816623"/>
            <a:ext cx="3504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31B0E5D6-95BF-D485-B604-BA339A70F264}"/>
              </a:ext>
            </a:extLst>
          </p:cNvPr>
          <p:cNvSpPr txBox="1"/>
          <p:nvPr/>
        </p:nvSpPr>
        <p:spPr>
          <a:xfrm>
            <a:off x="1802943" y="3816623"/>
            <a:ext cx="3504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85DCA86-1987-EBE5-2604-F54B58722395}"/>
              </a:ext>
            </a:extLst>
          </p:cNvPr>
          <p:cNvSpPr txBox="1"/>
          <p:nvPr/>
        </p:nvSpPr>
        <p:spPr>
          <a:xfrm>
            <a:off x="1994367" y="3816623"/>
            <a:ext cx="3504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8C362E45-65A7-E6E9-F239-F7A30774B8E8}"/>
              </a:ext>
            </a:extLst>
          </p:cNvPr>
          <p:cNvSpPr txBox="1"/>
          <p:nvPr/>
        </p:nvSpPr>
        <p:spPr>
          <a:xfrm>
            <a:off x="2185791" y="3816623"/>
            <a:ext cx="3504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330677C6-3615-CB5D-D3D3-D512939DB7A2}"/>
              </a:ext>
            </a:extLst>
          </p:cNvPr>
          <p:cNvSpPr txBox="1"/>
          <p:nvPr/>
        </p:nvSpPr>
        <p:spPr>
          <a:xfrm>
            <a:off x="2450798" y="3816623"/>
            <a:ext cx="4521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N-1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D24CAA37-19FB-8226-9462-3414FB0704E4}"/>
              </a:ext>
            </a:extLst>
          </p:cNvPr>
          <p:cNvSpPr txBox="1"/>
          <p:nvPr/>
        </p:nvSpPr>
        <p:spPr>
          <a:xfrm>
            <a:off x="2676853" y="3816623"/>
            <a:ext cx="4521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9" name="타원 528">
            <a:extLst>
              <a:ext uri="{FF2B5EF4-FFF2-40B4-BE49-F238E27FC236}">
                <a16:creationId xmlns:a16="http://schemas.microsoft.com/office/drawing/2014/main" id="{150189BC-D2B2-F398-4069-4677D0510866}"/>
              </a:ext>
            </a:extLst>
          </p:cNvPr>
          <p:cNvSpPr/>
          <p:nvPr/>
        </p:nvSpPr>
        <p:spPr>
          <a:xfrm>
            <a:off x="1777021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0" name="타원 529">
            <a:extLst>
              <a:ext uri="{FF2B5EF4-FFF2-40B4-BE49-F238E27FC236}">
                <a16:creationId xmlns:a16="http://schemas.microsoft.com/office/drawing/2014/main" id="{9C400FDC-FCA7-6175-E5E4-87ED54B83660}"/>
              </a:ext>
            </a:extLst>
          </p:cNvPr>
          <p:cNvSpPr/>
          <p:nvPr/>
        </p:nvSpPr>
        <p:spPr>
          <a:xfrm>
            <a:off x="1968447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1" name="타원 530">
            <a:extLst>
              <a:ext uri="{FF2B5EF4-FFF2-40B4-BE49-F238E27FC236}">
                <a16:creationId xmlns:a16="http://schemas.microsoft.com/office/drawing/2014/main" id="{A5B8A8C4-3BBC-246F-44C6-C0A4557668FA}"/>
              </a:ext>
            </a:extLst>
          </p:cNvPr>
          <p:cNvSpPr/>
          <p:nvPr/>
        </p:nvSpPr>
        <p:spPr>
          <a:xfrm>
            <a:off x="2150121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2" name="타원 531">
            <a:extLst>
              <a:ext uri="{FF2B5EF4-FFF2-40B4-BE49-F238E27FC236}">
                <a16:creationId xmlns:a16="http://schemas.microsoft.com/office/drawing/2014/main" id="{5C989211-52B7-CC69-B9F2-C30B55CCF789}"/>
              </a:ext>
            </a:extLst>
          </p:cNvPr>
          <p:cNvSpPr/>
          <p:nvPr/>
        </p:nvSpPr>
        <p:spPr>
          <a:xfrm>
            <a:off x="2339546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3" name="타원 532">
            <a:extLst>
              <a:ext uri="{FF2B5EF4-FFF2-40B4-BE49-F238E27FC236}">
                <a16:creationId xmlns:a16="http://schemas.microsoft.com/office/drawing/2014/main" id="{791247FB-BC34-B6B2-7B11-183B40396106}"/>
              </a:ext>
            </a:extLst>
          </p:cNvPr>
          <p:cNvSpPr/>
          <p:nvPr/>
        </p:nvSpPr>
        <p:spPr>
          <a:xfrm>
            <a:off x="2710756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4" name="타원 533">
            <a:extLst>
              <a:ext uri="{FF2B5EF4-FFF2-40B4-BE49-F238E27FC236}">
                <a16:creationId xmlns:a16="http://schemas.microsoft.com/office/drawing/2014/main" id="{AAA741BF-A0D6-6244-41FC-E760B180F0BD}"/>
              </a:ext>
            </a:extLst>
          </p:cNvPr>
          <p:cNvSpPr/>
          <p:nvPr/>
        </p:nvSpPr>
        <p:spPr>
          <a:xfrm>
            <a:off x="2891366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39" name="직선 연결선 538">
            <a:extLst>
              <a:ext uri="{FF2B5EF4-FFF2-40B4-BE49-F238E27FC236}">
                <a16:creationId xmlns:a16="http://schemas.microsoft.com/office/drawing/2014/main" id="{CF794C72-937C-27DA-AA59-162B2A7BF2B0}"/>
              </a:ext>
            </a:extLst>
          </p:cNvPr>
          <p:cNvCxnSpPr>
            <a:cxnSpLocks/>
          </p:cNvCxnSpPr>
          <p:nvPr/>
        </p:nvCxnSpPr>
        <p:spPr>
          <a:xfrm>
            <a:off x="2645308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1" name="그룹 570">
            <a:extLst>
              <a:ext uri="{FF2B5EF4-FFF2-40B4-BE49-F238E27FC236}">
                <a16:creationId xmlns:a16="http://schemas.microsoft.com/office/drawing/2014/main" id="{19D82D2F-F06D-C2CA-52BF-BA8CB3958930}"/>
              </a:ext>
            </a:extLst>
          </p:cNvPr>
          <p:cNvGrpSpPr/>
          <p:nvPr/>
        </p:nvGrpSpPr>
        <p:grpSpPr>
          <a:xfrm>
            <a:off x="1337549" y="1766489"/>
            <a:ext cx="1731170" cy="1307711"/>
            <a:chOff x="1318501" y="1704570"/>
            <a:chExt cx="1731170" cy="1307711"/>
          </a:xfrm>
        </p:grpSpPr>
        <p:grpSp>
          <p:nvGrpSpPr>
            <p:cNvPr id="366" name="그룹 365">
              <a:extLst>
                <a:ext uri="{FF2B5EF4-FFF2-40B4-BE49-F238E27FC236}">
                  <a16:creationId xmlns:a16="http://schemas.microsoft.com/office/drawing/2014/main" id="{0FE647BB-1BD6-56AD-7741-B7328BB8BC09}"/>
                </a:ext>
              </a:extLst>
            </p:cNvPr>
            <p:cNvGrpSpPr/>
            <p:nvPr/>
          </p:nvGrpSpPr>
          <p:grpSpPr>
            <a:xfrm>
              <a:off x="1318501" y="1715840"/>
              <a:ext cx="1731170" cy="1296441"/>
              <a:chOff x="904216" y="3235077"/>
              <a:chExt cx="1731170" cy="1296441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46AF08A3-D3E3-F918-896B-35E2EADB57BA}"/>
                  </a:ext>
                </a:extLst>
              </p:cNvPr>
              <p:cNvSpPr/>
              <p:nvPr/>
            </p:nvSpPr>
            <p:spPr>
              <a:xfrm>
                <a:off x="2178047" y="3446353"/>
                <a:ext cx="283607" cy="200055"/>
              </a:xfrm>
              <a:prstGeom prst="rect">
                <a:avLst/>
              </a:prstGeom>
              <a:solidFill>
                <a:srgbClr val="9FD6E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300" b="1" baseline="-25000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EDFD40AF-F4A1-5E80-FF8A-34B90C3CAC20}"/>
                  </a:ext>
                </a:extLst>
              </p:cNvPr>
              <p:cNvSpPr/>
              <p:nvPr/>
            </p:nvSpPr>
            <p:spPr>
              <a:xfrm>
                <a:off x="1697105" y="3655293"/>
                <a:ext cx="480942" cy="230005"/>
              </a:xfrm>
              <a:prstGeom prst="rect">
                <a:avLst/>
              </a:prstGeom>
              <a:solidFill>
                <a:srgbClr val="F9B85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b="1" baseline="-25000"/>
              </a:p>
            </p:txBody>
          </p:sp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819B03E9-80AF-7243-754C-5E0F2216C4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71200" y="3655292"/>
                <a:ext cx="106418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0CA2C53-B26A-7338-72EA-F64E20762673}"/>
                  </a:ext>
                </a:extLst>
              </p:cNvPr>
              <p:cNvSpPr txBox="1"/>
              <p:nvPr/>
            </p:nvSpPr>
            <p:spPr>
              <a:xfrm>
                <a:off x="2257333" y="3492519"/>
                <a:ext cx="125034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ko-KR" sz="700" b="1"/>
                  <a:t>qh</a:t>
                </a:r>
                <a:r>
                  <a:rPr lang="en-US" altLang="ko-KR" sz="700" b="1" baseline="-25000"/>
                  <a:t>t</a:t>
                </a:r>
                <a:endParaRPr lang="ko-KR" altLang="en-US" sz="700" b="1" baseline="-25000"/>
              </a:p>
            </p:txBody>
          </p: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EF5FDA5-D0D5-4482-17FF-7298970615AE}"/>
                  </a:ext>
                </a:extLst>
              </p:cNvPr>
              <p:cNvSpPr txBox="1"/>
              <p:nvPr/>
            </p:nvSpPr>
            <p:spPr>
              <a:xfrm>
                <a:off x="1859830" y="3708740"/>
                <a:ext cx="155492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ko-KR" sz="700" b="1"/>
                  <a:t>-qn</a:t>
                </a:r>
                <a:r>
                  <a:rPr lang="en-US" altLang="ko-KR" sz="700" b="1" baseline="-25000"/>
                  <a:t>t</a:t>
                </a:r>
                <a:endParaRPr lang="ko-KR" altLang="en-US" sz="700" b="1" baseline="-25000"/>
              </a:p>
            </p:txBody>
          </p:sp>
          <p:cxnSp>
            <p:nvCxnSpPr>
              <p:cNvPr id="300" name="직선 연결선 299">
                <a:extLst>
                  <a:ext uri="{FF2B5EF4-FFF2-40B4-BE49-F238E27FC236}">
                    <a16:creationId xmlns:a16="http://schemas.microsoft.com/office/drawing/2014/main" id="{774A86F0-C443-DA34-8985-53F1D3C638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3326" y="3390900"/>
                <a:ext cx="0" cy="1140618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직선 연결선 300">
                <a:extLst>
                  <a:ext uri="{FF2B5EF4-FFF2-40B4-BE49-F238E27FC236}">
                    <a16:creationId xmlns:a16="http://schemas.microsoft.com/office/drawing/2014/main" id="{AE1A7C84-B0B6-9860-FA27-6C833DB2F9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74" y="3386137"/>
                <a:ext cx="0" cy="1137332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A092FB95-3CFD-EA9D-410B-F92547721757}"/>
                  </a:ext>
                </a:extLst>
              </p:cNvPr>
              <p:cNvSpPr txBox="1"/>
              <p:nvPr/>
            </p:nvSpPr>
            <p:spPr>
              <a:xfrm>
                <a:off x="904216" y="323507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(b)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BF7303CF-4083-ABBE-6FCF-C2DABD2F6544}"/>
                </a:ext>
              </a:extLst>
            </p:cNvPr>
            <p:cNvCxnSpPr>
              <a:cxnSpLocks/>
            </p:cNvCxnSpPr>
            <p:nvPr/>
          </p:nvCxnSpPr>
          <p:spPr>
            <a:xfrm>
              <a:off x="2116141" y="1874061"/>
              <a:ext cx="76077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EC124455-F295-98AF-7E49-DFD62B80281D}"/>
                </a:ext>
              </a:extLst>
            </p:cNvPr>
            <p:cNvSpPr txBox="1"/>
            <p:nvPr/>
          </p:nvSpPr>
          <p:spPr>
            <a:xfrm>
              <a:off x="2292877" y="1704570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CTN</a:t>
              </a:r>
              <a:endParaRPr lang="ko-KR" altLang="en-US" sz="800" baseline="-25000"/>
            </a:p>
          </p:txBody>
        </p:sp>
        <p:cxnSp>
          <p:nvCxnSpPr>
            <p:cNvPr id="541" name="직선 연결선 540">
              <a:extLst>
                <a:ext uri="{FF2B5EF4-FFF2-40B4-BE49-F238E27FC236}">
                  <a16:creationId xmlns:a16="http://schemas.microsoft.com/office/drawing/2014/main" id="{B56972B8-31DD-C20F-602D-A49D0AAD5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0654" y="2135048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직선 연결선 541">
              <a:extLst>
                <a:ext uri="{FF2B5EF4-FFF2-40B4-BE49-F238E27FC236}">
                  <a16:creationId xmlns:a16="http://schemas.microsoft.com/office/drawing/2014/main" id="{6D248263-98BD-D746-842D-E51F3DDDA3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96657" y="2135048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직선 연결선 545">
              <a:extLst>
                <a:ext uri="{FF2B5EF4-FFF2-40B4-BE49-F238E27FC236}">
                  <a16:creationId xmlns:a16="http://schemas.microsoft.com/office/drawing/2014/main" id="{8B0B6F77-0AA7-642D-AE13-C4441142C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42660" y="2135048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직선 연결선 548">
              <a:extLst>
                <a:ext uri="{FF2B5EF4-FFF2-40B4-BE49-F238E27FC236}">
                  <a16:creationId xmlns:a16="http://schemas.microsoft.com/office/drawing/2014/main" id="{96BB6338-B3BA-D9DF-7D39-0503C834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3289" y="1931194"/>
              <a:ext cx="0" cy="511979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직선 연결선 581">
              <a:extLst>
                <a:ext uri="{FF2B5EF4-FFF2-40B4-BE49-F238E27FC236}">
                  <a16:creationId xmlns:a16="http://schemas.microsoft.com/office/drawing/2014/main" id="{8C26E27A-63D4-A7D4-55CC-FDFA523EC5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88561" y="1919288"/>
              <a:ext cx="0" cy="523885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914309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777355"/>
            <a:ext cx="996615" cy="2009041"/>
            <a:chOff x="424534" y="1703158"/>
            <a:chExt cx="996615" cy="2009041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703158"/>
              <a:ext cx="996615" cy="1871464"/>
              <a:chOff x="424534" y="1703158"/>
              <a:chExt cx="996615" cy="1871464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703158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Radial Silce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8" name="그림 7" descr="다채로움, 스크린샷, 그린, 노랑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C538762F-1319-8BEF-88B1-DD8908E65E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t="19521" b="24931"/>
              <a:stretch>
                <a:fillRect/>
              </a:stretch>
            </p:blipFill>
            <p:spPr>
              <a:xfrm rot="16200000">
                <a:off x="318969" y="2916470"/>
                <a:ext cx="1252920" cy="63383"/>
              </a:xfrm>
              <a:prstGeom prst="rect">
                <a:avLst/>
              </a:prstGeom>
            </p:spPr>
          </p:pic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2941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8639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4336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/>
              <a:t>Fig. 2</a:t>
            </a:r>
            <a:endParaRPr lang="ko-KR" altLang="en-US"/>
          </a:p>
        </p:txBody>
      </p:sp>
      <p:graphicFrame>
        <p:nvGraphicFramePr>
          <p:cNvPr id="13" name="개체 12">
            <a:extLst>
              <a:ext uri="{FF2B5EF4-FFF2-40B4-BE49-F238E27FC236}">
                <a16:creationId xmlns:a16="http://schemas.microsoft.com/office/drawing/2014/main" id="{6AC9440F-C5AD-60BD-76BA-02333CC9AE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5687265"/>
              </p:ext>
            </p:extLst>
          </p:nvPr>
        </p:nvGraphicFramePr>
        <p:xfrm>
          <a:off x="511553" y="3272968"/>
          <a:ext cx="2103853" cy="93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3734796" imgH="1658983" progId="Origin50.Graph">
                  <p:embed/>
                </p:oleObj>
              </mc:Choice>
              <mc:Fallback>
                <p:oleObj name="Graph" r:id="rId2" imgW="3734796" imgH="1658983" progId="Origin50.Graph">
                  <p:embed/>
                  <p:pic>
                    <p:nvPicPr>
                      <p:cNvPr id="40" name="개체 39">
                        <a:extLst>
                          <a:ext uri="{FF2B5EF4-FFF2-40B4-BE49-F238E27FC236}">
                            <a16:creationId xmlns:a16="http://schemas.microsoft.com/office/drawing/2014/main" id="{B82BFF56-A925-DA85-07B6-9932B4911FA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11553" y="3272968"/>
                        <a:ext cx="2103853" cy="93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개체 17">
            <a:extLst>
              <a:ext uri="{FF2B5EF4-FFF2-40B4-BE49-F238E27FC236}">
                <a16:creationId xmlns:a16="http://schemas.microsoft.com/office/drawing/2014/main" id="{38A4FE96-2DD0-F05D-A835-0E3D60A3FD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0173979"/>
              </p:ext>
            </p:extLst>
          </p:nvPr>
        </p:nvGraphicFramePr>
        <p:xfrm>
          <a:off x="2074863" y="3273425"/>
          <a:ext cx="2103437" cy="933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734796" imgH="1658983" progId="Origin50.Graph">
                  <p:embed/>
                </p:oleObj>
              </mc:Choice>
              <mc:Fallback>
                <p:oleObj name="Graph" r:id="rId4" imgW="3734796" imgH="1658983" progId="Origin50.Graph">
                  <p:embed/>
                  <p:pic>
                    <p:nvPicPr>
                      <p:cNvPr id="59" name="개체 58">
                        <a:extLst>
                          <a:ext uri="{FF2B5EF4-FFF2-40B4-BE49-F238E27FC236}">
                            <a16:creationId xmlns:a16="http://schemas.microsoft.com/office/drawing/2014/main" id="{AAA9C498-6D1C-7684-C5AD-8C0784B709E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074863" y="3273425"/>
                        <a:ext cx="2103437" cy="933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4" name="그림 43">
            <a:extLst>
              <a:ext uri="{FF2B5EF4-FFF2-40B4-BE49-F238E27FC236}">
                <a16:creationId xmlns:a16="http://schemas.microsoft.com/office/drawing/2014/main" id="{4282FAFB-AA49-AD36-3C4A-B91AF8250F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225" y="2274767"/>
            <a:ext cx="1666810" cy="64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936A054-741E-5A88-B947-E2F034B54283}"/>
                  </a:ext>
                </a:extLst>
              </p:cNvPr>
              <p:cNvSpPr txBox="1"/>
              <p:nvPr/>
            </p:nvSpPr>
            <p:spPr>
              <a:xfrm>
                <a:off x="1113954" y="2679184"/>
                <a:ext cx="931985" cy="2273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 </m:t>
                      </m:r>
                      <m:groupChr>
                        <m:groupChrPr>
                          <m:chr m:val="→"/>
                          <m:vertJc m:val="bot"/>
                          <m:ctrlPr>
                            <a:rPr lang="el-GR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 ≈  0</m:t>
                          </m:r>
                        </m:e>
                      </m:groupChr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  0 </m:t>
                      </m:r>
                    </m:oMath>
                  </m:oMathPara>
                </a14:m>
                <a:endParaRPr lang="ko-KR" altLang="en-US" sz="110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936A054-741E-5A88-B947-E2F034B54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954" y="2679184"/>
                <a:ext cx="931985" cy="227370"/>
              </a:xfrm>
              <a:prstGeom prst="rect">
                <a:avLst/>
              </a:prstGeom>
              <a:blipFill>
                <a:blip r:embed="rId7"/>
                <a:stretch>
                  <a:fillRect l="-1961" t="-2632" b="-78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그림 95">
            <a:extLst>
              <a:ext uri="{FF2B5EF4-FFF2-40B4-BE49-F238E27FC236}">
                <a16:creationId xmlns:a16="http://schemas.microsoft.com/office/drawing/2014/main" id="{06CCD864-6038-980B-4C40-2DA75DFC29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2634955" y="1985616"/>
            <a:ext cx="1360038" cy="1185979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5F6B149-641F-E0D1-B723-77BA50026BD2}"/>
              </a:ext>
            </a:extLst>
          </p:cNvPr>
          <p:cNvSpPr txBox="1"/>
          <p:nvPr/>
        </p:nvSpPr>
        <p:spPr>
          <a:xfrm>
            <a:off x="2615406" y="2130850"/>
            <a:ext cx="425031" cy="23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solidFill>
                  <a:schemeClr val="bg1"/>
                </a:solidFill>
              </a:rPr>
              <a:t>BOX</a:t>
            </a:r>
            <a:endParaRPr lang="ko-KR" altLang="en-US" sz="800" b="1">
              <a:solidFill>
                <a:schemeClr val="bg1"/>
              </a:solidFill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F58AB1A-B0C1-652D-C4FD-D08153ECDBAC}"/>
              </a:ext>
            </a:extLst>
          </p:cNvPr>
          <p:cNvSpPr txBox="1"/>
          <p:nvPr/>
        </p:nvSpPr>
        <p:spPr>
          <a:xfrm>
            <a:off x="2621615" y="2472276"/>
            <a:ext cx="425031" cy="23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/>
              <a:t>CTN</a:t>
            </a:r>
            <a:endParaRPr lang="ko-KR" altLang="en-US" sz="800" b="1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CBA7F1-4869-89F8-ABA4-C607790A6490}"/>
              </a:ext>
            </a:extLst>
          </p:cNvPr>
          <p:cNvSpPr txBox="1"/>
          <p:nvPr/>
        </p:nvSpPr>
        <p:spPr>
          <a:xfrm>
            <a:off x="2567781" y="3008879"/>
            <a:ext cx="715690" cy="23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solidFill>
                  <a:schemeClr val="bg1"/>
                </a:solidFill>
              </a:rPr>
              <a:t>Si-Channel</a:t>
            </a:r>
            <a:endParaRPr lang="ko-KR" altLang="en-US" sz="800" b="1">
              <a:solidFill>
                <a:schemeClr val="bg1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F459982-B00F-7371-E60D-5659013439FB}"/>
              </a:ext>
            </a:extLst>
          </p:cNvPr>
          <p:cNvSpPr txBox="1"/>
          <p:nvPr/>
        </p:nvSpPr>
        <p:spPr>
          <a:xfrm>
            <a:off x="3064437" y="2801604"/>
            <a:ext cx="47340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b="1"/>
              <a:t>BETOX</a:t>
            </a:r>
            <a:endParaRPr lang="ko-KR" altLang="en-US" sz="700" b="1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7ECA9DE-DFF5-50AA-50AF-AFF14E9EFDB8}"/>
              </a:ext>
            </a:extLst>
          </p:cNvPr>
          <p:cNvSpPr txBox="1"/>
          <p:nvPr/>
        </p:nvSpPr>
        <p:spPr>
          <a:xfrm>
            <a:off x="3098819" y="1946711"/>
            <a:ext cx="4250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>
                <a:solidFill>
                  <a:schemeClr val="bg1"/>
                </a:solidFill>
              </a:rPr>
              <a:t>WL</a:t>
            </a:r>
            <a:endParaRPr lang="ko-KR" altLang="en-US" sz="800" b="1">
              <a:solidFill>
                <a:schemeClr val="bg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2B501C6-3BC8-DD9A-EBB8-690057069166}"/>
              </a:ext>
            </a:extLst>
          </p:cNvPr>
          <p:cNvSpPr txBox="1"/>
          <p:nvPr/>
        </p:nvSpPr>
        <p:spPr>
          <a:xfrm>
            <a:off x="511553" y="1877894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9DE782A-B425-24A1-9F09-CD71E3B91C2D}"/>
              </a:ext>
            </a:extLst>
          </p:cNvPr>
          <p:cNvSpPr txBox="1"/>
          <p:nvPr/>
        </p:nvSpPr>
        <p:spPr>
          <a:xfrm>
            <a:off x="2326149" y="1877894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F27CF51-3A2F-C4F2-D601-7DC531BA7FF7}"/>
              </a:ext>
            </a:extLst>
          </p:cNvPr>
          <p:cNvSpPr txBox="1"/>
          <p:nvPr/>
        </p:nvSpPr>
        <p:spPr>
          <a:xfrm>
            <a:off x="511552" y="3102131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F890235-D84F-7FA2-BAB0-7D73BDE3F8B2}"/>
              </a:ext>
            </a:extLst>
          </p:cNvPr>
          <p:cNvSpPr txBox="1"/>
          <p:nvPr/>
        </p:nvSpPr>
        <p:spPr>
          <a:xfrm>
            <a:off x="2326149" y="3102131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1072</TotalTime>
  <Words>175</Words>
  <Application>Microsoft Office PowerPoint</Application>
  <PresentationFormat>A4 용지(210x297mm)</PresentationFormat>
  <Paragraphs>79</Paragraphs>
  <Slides>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1" baseType="lpstr">
      <vt:lpstr>맑은 고딕</vt:lpstr>
      <vt:lpstr>Aptos</vt:lpstr>
      <vt:lpstr>Aptos Display</vt:lpstr>
      <vt:lpstr>Arial</vt:lpstr>
      <vt:lpstr>Cambria Math</vt:lpstr>
      <vt:lpstr>Times New Roman</vt:lpstr>
      <vt:lpstr>Office 테마</vt:lpstr>
      <vt:lpstr>Graph</vt:lpstr>
      <vt:lpstr>Modeling of Attempt-to-Escape Frequency: Tunneling Emission of Trapped Electrons in Tunneling Oxides of 3-D NAND Flash Memory</vt:lpstr>
      <vt:lpstr>Fig. 1</vt:lpstr>
      <vt:lpstr>Fig.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13</cp:revision>
  <dcterms:created xsi:type="dcterms:W3CDTF">2024-12-18T11:05:27Z</dcterms:created>
  <dcterms:modified xsi:type="dcterms:W3CDTF">2026-01-29T13:00:30Z</dcterms:modified>
</cp:coreProperties>
</file>