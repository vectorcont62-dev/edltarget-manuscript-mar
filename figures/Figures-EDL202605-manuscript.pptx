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184" y="-30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1.emf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12" Type="http://schemas.openxmlformats.org/officeDocument/2006/relationships/image" Target="../media/image20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3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21.emf"/><Relationship Id="rId7" Type="http://schemas.openxmlformats.org/officeDocument/2006/relationships/image" Target="../media/image23.png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5.emf"/><Relationship Id="rId5" Type="http://schemas.openxmlformats.org/officeDocument/2006/relationships/image" Target="../media/image22.e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059A9E34-AACA-66D2-4637-275D40D28F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3365916"/>
              </p:ext>
            </p:extLst>
          </p:nvPr>
        </p:nvGraphicFramePr>
        <p:xfrm>
          <a:off x="2048591" y="2007559"/>
          <a:ext cx="1147442" cy="554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1817568" imgH="1244237" progId="Origin50.Graph">
                  <p:embed/>
                </p:oleObj>
              </mc:Choice>
              <mc:Fallback>
                <p:oleObj name="Graph" r:id="rId2" imgW="1817568" imgH="1244237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32DB6798-4516-1212-D064-B5BCCDF489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48591" y="2007559"/>
                        <a:ext cx="1147442" cy="554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EE53E30-3C7D-C6EA-4661-9633E6715C21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40346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463548" y="2223089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16686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199737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44700"/>
              <a:ext cx="0" cy="460392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41525"/>
              <a:ext cx="0" cy="4635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FB7BBB2-2391-E4F6-630E-ED942CA5F2E8}"/>
              </a:ext>
            </a:extLst>
          </p:cNvPr>
          <p:cNvCxnSpPr>
            <a:cxnSpLocks/>
          </p:cNvCxnSpPr>
          <p:nvPr/>
        </p:nvCxnSpPr>
        <p:spPr>
          <a:xfrm>
            <a:off x="4000810" y="2597734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1A42CE-A2B0-6011-6A37-5E29295602F9}"/>
              </a:ext>
            </a:extLst>
          </p:cNvPr>
          <p:cNvSpPr txBox="1"/>
          <p:nvPr/>
        </p:nvSpPr>
        <p:spPr>
          <a:xfrm>
            <a:off x="2901778" y="2019899"/>
            <a:ext cx="685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extracted from TCAD after program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11885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9224792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27410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5199149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282160"/>
            <a:ext cx="7445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Radial charge distribution modeled as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320999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개체 21">
            <a:extLst>
              <a:ext uri="{FF2B5EF4-FFF2-40B4-BE49-F238E27FC236}">
                <a16:creationId xmlns:a16="http://schemas.microsoft.com/office/drawing/2014/main" id="{9B932EBC-BE98-DEB4-B20E-D2E1628413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4913580"/>
              </p:ext>
            </p:extLst>
          </p:nvPr>
        </p:nvGraphicFramePr>
        <p:xfrm>
          <a:off x="684633" y="4657201"/>
          <a:ext cx="1825761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84633" y="4657201"/>
                        <a:ext cx="1825761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개체 20">
            <a:extLst>
              <a:ext uri="{FF2B5EF4-FFF2-40B4-BE49-F238E27FC236}">
                <a16:creationId xmlns:a16="http://schemas.microsoft.com/office/drawing/2014/main" id="{A25E9AFC-6346-36F5-83D8-68949C6A3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2110154"/>
              </p:ext>
            </p:extLst>
          </p:nvPr>
        </p:nvGraphicFramePr>
        <p:xfrm>
          <a:off x="2340771" y="4606864"/>
          <a:ext cx="814542" cy="814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40771" y="4606864"/>
                        <a:ext cx="814542" cy="814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3446016"/>
              </p:ext>
            </p:extLst>
          </p:nvPr>
        </p:nvGraphicFramePr>
        <p:xfrm>
          <a:off x="18267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6842908" imgH="4833106" progId="Origin50.Graph">
                  <p:embed/>
                </p:oleObj>
              </mc:Choice>
              <mc:Fallback>
                <p:oleObj name="Graph" r:id="rId8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267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49132"/>
              </p:ext>
            </p:extLst>
          </p:nvPr>
        </p:nvGraphicFramePr>
        <p:xfrm>
          <a:off x="737074" y="3756161"/>
          <a:ext cx="1368826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0" imgW="4722409" imgH="3317966" progId="Origin50.Graph">
                  <p:embed/>
                </p:oleObj>
              </mc:Choice>
              <mc:Fallback>
                <p:oleObj name="Graph" r:id="rId10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7074" y="3756161"/>
                        <a:ext cx="1368826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6095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2318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ECB351-78D9-14B2-F483-81AF4E01F1E3}"/>
              </a:ext>
            </a:extLst>
          </p:cNvPr>
          <p:cNvSpPr txBox="1"/>
          <p:nvPr/>
        </p:nvSpPr>
        <p:spPr>
          <a:xfrm>
            <a:off x="660818" y="4621297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9A47ABE-95C0-677B-CB4E-DB6643E6FF7F}"/>
              </a:ext>
            </a:extLst>
          </p:cNvPr>
          <p:cNvSpPr/>
          <p:nvPr/>
        </p:nvSpPr>
        <p:spPr>
          <a:xfrm>
            <a:off x="2012949" y="5149850"/>
            <a:ext cx="238665" cy="242259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28E910E-B2B4-A2E9-7351-CA30BE9DE009}"/>
              </a:ext>
            </a:extLst>
          </p:cNvPr>
          <p:cNvCxnSpPr>
            <a:cxnSpLocks/>
          </p:cNvCxnSpPr>
          <p:nvPr/>
        </p:nvCxnSpPr>
        <p:spPr>
          <a:xfrm flipV="1">
            <a:off x="2251614" y="4781550"/>
            <a:ext cx="234411" cy="36830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BC106F22-67FA-AE1F-0DC2-529C21D90753}"/>
              </a:ext>
            </a:extLst>
          </p:cNvPr>
          <p:cNvCxnSpPr>
            <a:cxnSpLocks/>
          </p:cNvCxnSpPr>
          <p:nvPr/>
        </p:nvCxnSpPr>
        <p:spPr>
          <a:xfrm flipV="1">
            <a:off x="2251614" y="5353246"/>
            <a:ext cx="234411" cy="38863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3265</TotalTime>
  <Words>392</Words>
  <Application>Microsoft Office PowerPoint</Application>
  <PresentationFormat>A4 용지(210x297mm)</PresentationFormat>
  <Paragraphs>142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36</cp:revision>
  <dcterms:created xsi:type="dcterms:W3CDTF">2024-12-18T11:05:27Z</dcterms:created>
  <dcterms:modified xsi:type="dcterms:W3CDTF">2026-06-07T15:28:26Z</dcterms:modified>
</cp:coreProperties>
</file>