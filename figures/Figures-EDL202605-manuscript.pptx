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6"/>
  </p:notesMasterIdLst>
  <p:sldIdLst>
    <p:sldId id="256" r:id="rId2"/>
    <p:sldId id="294" r:id="rId3"/>
    <p:sldId id="298" r:id="rId4"/>
    <p:sldId id="297" r:id="rId5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1D365"/>
    <a:srgbClr val="AFE4FF"/>
    <a:srgbClr val="9FD6EF"/>
    <a:srgbClr val="3A19FF"/>
    <a:srgbClr val="907DFF"/>
    <a:srgbClr val="FFFF00"/>
    <a:srgbClr val="FFE38B"/>
    <a:srgbClr val="F9B859"/>
    <a:srgbClr val="166284"/>
    <a:srgbClr val="FFD8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7EF9922-BC24-4B77-854D-4ECDA931EC02}" v="40" dt="2025-08-05T04:56:35.79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50" d="100"/>
          <a:sy n="150" d="100"/>
        </p:scale>
        <p:origin x="1554" y="-13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311422-0C2E-42D7-924E-F365B5A34ABC}" type="datetimeFigureOut">
              <a:rPr lang="ko-KR" altLang="en-US" smtClean="0"/>
              <a:t>2026-05-07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2F34F1-DEEA-42FB-94CF-D519BE2E39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68705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ko-KR" altLang="en-US"/>
              <a:t>클릭하여 마스터 부제목 스타일 편집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C53AF-CD6D-418E-B451-BA3CFECC6915}" type="datetimeFigureOut">
              <a:rPr lang="ko-KR" altLang="en-US" smtClean="0"/>
              <a:t>2026-05-07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513F4-2BF8-4F14-B215-A25FB7AB16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32936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C53AF-CD6D-418E-B451-BA3CFECC6915}" type="datetimeFigureOut">
              <a:rPr lang="ko-KR" altLang="en-US" smtClean="0"/>
              <a:t>2026-05-07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513F4-2BF8-4F14-B215-A25FB7AB16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69550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C53AF-CD6D-418E-B451-BA3CFECC6915}" type="datetimeFigureOut">
              <a:rPr lang="ko-KR" altLang="en-US" smtClean="0"/>
              <a:t>2026-05-07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513F4-2BF8-4F14-B215-A25FB7AB16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91147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C53AF-CD6D-418E-B451-BA3CFECC6915}" type="datetimeFigureOut">
              <a:rPr lang="ko-KR" altLang="en-US" smtClean="0"/>
              <a:t>2026-05-07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513F4-2BF8-4F14-B215-A25FB7AB16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40244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C53AF-CD6D-418E-B451-BA3CFECC6915}" type="datetimeFigureOut">
              <a:rPr lang="ko-KR" altLang="en-US" smtClean="0"/>
              <a:t>2026-05-07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513F4-2BF8-4F14-B215-A25FB7AB16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23700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C53AF-CD6D-418E-B451-BA3CFECC6915}" type="datetimeFigureOut">
              <a:rPr lang="ko-KR" altLang="en-US" smtClean="0"/>
              <a:t>2026-05-07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513F4-2BF8-4F14-B215-A25FB7AB16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49236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C53AF-CD6D-418E-B451-BA3CFECC6915}" type="datetimeFigureOut">
              <a:rPr lang="ko-KR" altLang="en-US" smtClean="0"/>
              <a:t>2026-05-07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513F4-2BF8-4F14-B215-A25FB7AB16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37051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C53AF-CD6D-418E-B451-BA3CFECC6915}" type="datetimeFigureOut">
              <a:rPr lang="ko-KR" altLang="en-US" smtClean="0"/>
              <a:t>2026-05-07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513F4-2BF8-4F14-B215-A25FB7AB16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81191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C53AF-CD6D-418E-B451-BA3CFECC6915}" type="datetimeFigureOut">
              <a:rPr lang="ko-KR" altLang="en-US" smtClean="0"/>
              <a:t>2026-05-07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513F4-2BF8-4F14-B215-A25FB7AB16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69595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C53AF-CD6D-418E-B451-BA3CFECC6915}" type="datetimeFigureOut">
              <a:rPr lang="ko-KR" altLang="en-US" smtClean="0"/>
              <a:t>2026-05-07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513F4-2BF8-4F14-B215-A25FB7AB16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911093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C53AF-CD6D-418E-B451-BA3CFECC6915}" type="datetimeFigureOut">
              <a:rPr lang="ko-KR" altLang="en-US" smtClean="0"/>
              <a:t>2026-05-07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513F4-2BF8-4F14-B215-A25FB7AB16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774604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38C53AF-CD6D-418E-B451-BA3CFECC6915}" type="datetimeFigureOut">
              <a:rPr lang="ko-KR" altLang="en-US" smtClean="0"/>
              <a:t>2026-05-07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8E513F4-2BF8-4F14-B215-A25FB7AB16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61038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1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png"/><Relationship Id="rId18" Type="http://schemas.openxmlformats.org/officeDocument/2006/relationships/image" Target="../media/image2.png"/><Relationship Id="rId21" Type="http://schemas.openxmlformats.org/officeDocument/2006/relationships/image" Target="../media/image5.png"/><Relationship Id="rId12" Type="http://schemas.openxmlformats.org/officeDocument/2006/relationships/image" Target="../media/image11.png"/><Relationship Id="rId17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10.png"/><Relationship Id="rId24" Type="http://schemas.openxmlformats.org/officeDocument/2006/relationships/image" Target="../media/image8.png"/><Relationship Id="rId15" Type="http://schemas.openxmlformats.org/officeDocument/2006/relationships/image" Target="../media/image14.png"/><Relationship Id="rId23" Type="http://schemas.openxmlformats.org/officeDocument/2006/relationships/image" Target="../media/image7.png"/><Relationship Id="rId10" Type="http://schemas.openxmlformats.org/officeDocument/2006/relationships/image" Target="../media/image9.png"/><Relationship Id="rId19" Type="http://schemas.openxmlformats.org/officeDocument/2006/relationships/image" Target="../media/image3.png"/><Relationship Id="rId14" Type="http://schemas.openxmlformats.org/officeDocument/2006/relationships/image" Target="../media/image13.png"/><Relationship Id="rId22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e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22.emf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emf"/><Relationship Id="rId11" Type="http://schemas.openxmlformats.org/officeDocument/2006/relationships/oleObject" Target="../embeddings/oleObject4.bin"/><Relationship Id="rId5" Type="http://schemas.openxmlformats.org/officeDocument/2006/relationships/oleObject" Target="../embeddings/oleObject2.bin"/><Relationship Id="rId10" Type="http://schemas.openxmlformats.org/officeDocument/2006/relationships/image" Target="../media/image21.png"/><Relationship Id="rId4" Type="http://schemas.openxmlformats.org/officeDocument/2006/relationships/image" Target="../media/image17.emf"/><Relationship Id="rId9" Type="http://schemas.openxmlformats.org/officeDocument/2006/relationships/image" Target="../media/image2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25.emf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6.bin"/><Relationship Id="rId5" Type="http://schemas.openxmlformats.org/officeDocument/2006/relationships/image" Target="../media/image24.emf"/><Relationship Id="rId4" Type="http://schemas.openxmlformats.org/officeDocument/2006/relationships/oleObject" Target="../embeddings/oleObject5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2B441C-EB3D-D198-7F1A-AA1B343062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5600" y="1621191"/>
            <a:ext cx="6146800" cy="3448756"/>
          </a:xfrm>
        </p:spPr>
        <p:txBody>
          <a:bodyPr>
            <a:noAutofit/>
          </a:bodyPr>
          <a:lstStyle/>
          <a:p>
            <a:r>
              <a:rPr lang="en-US" altLang="ko-KR" sz="2400" dirty="0">
                <a:latin typeface="Arial" panose="020B0604020202020204" pitchFamily="34" charset="0"/>
                <a:cs typeface="Arial" panose="020B0604020202020204" pitchFamily="34" charset="0"/>
              </a:rPr>
              <a:t>Modeling of Attempt-to-Escape Frequency:</a:t>
            </a:r>
            <a:br>
              <a:rPr lang="en-US" altLang="ko-KR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ko-KR" sz="2400" dirty="0">
                <a:latin typeface="Arial" panose="020B0604020202020204" pitchFamily="34" charset="0"/>
                <a:cs typeface="Arial" panose="020B0604020202020204" pitchFamily="34" charset="0"/>
              </a:rPr>
              <a:t>Tunneling Emission of Trapped Electrons in Tunneling Oxides of 3-D NAND</a:t>
            </a:r>
            <a:br>
              <a:rPr lang="en-US" altLang="ko-KR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ko-KR" sz="2400" dirty="0">
                <a:latin typeface="Arial" panose="020B0604020202020204" pitchFamily="34" charset="0"/>
                <a:cs typeface="Arial" panose="020B0604020202020204" pitchFamily="34" charset="0"/>
              </a:rPr>
              <a:t>Flash Memory</a:t>
            </a:r>
            <a:endParaRPr lang="ko-KR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9FBF8F0-9172-93FB-4457-171A7A0741C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Myung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Jin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and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dirty="0" err="1">
                <a:latin typeface="Arial" panose="020B0604020202020204" pitchFamily="34" charset="0"/>
                <a:cs typeface="Arial" panose="020B0604020202020204" pitchFamily="34" charset="0"/>
              </a:rPr>
              <a:t>Hyuncheol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Shin</a:t>
            </a:r>
          </a:p>
          <a:p>
            <a:endParaRPr lang="en-US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10.1109/TED.2025.3589340</a:t>
            </a:r>
            <a:endParaRPr lang="ko-KR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3FDCFDF-7BB2-7AC7-2581-D855A1CA53BB}"/>
              </a:ext>
            </a:extLst>
          </p:cNvPr>
          <p:cNvSpPr txBox="1"/>
          <p:nvPr/>
        </p:nvSpPr>
        <p:spPr>
          <a:xfrm>
            <a:off x="1082675" y="1377950"/>
            <a:ext cx="4692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Font : Arial</a:t>
            </a:r>
            <a:endParaRPr lang="ko-KR" altLang="en-US">
              <a:highlight>
                <a:srgbClr val="FFFF00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23748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260389-0286-AD07-3578-27EE8F9365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F953CD45-F358-AAAB-F74B-4F63C66E94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489" y="527405"/>
            <a:ext cx="1425892" cy="775615"/>
          </a:xfrm>
        </p:spPr>
        <p:txBody>
          <a:bodyPr/>
          <a:lstStyle/>
          <a:p>
            <a:r>
              <a:rPr lang="en-US" altLang="ko-KR">
                <a:latin typeface="Arial" panose="020B0604020202020204" pitchFamily="34" charset="0"/>
                <a:cs typeface="Arial" panose="020B0604020202020204" pitchFamily="34" charset="0"/>
              </a:rPr>
              <a:t>Fig. 1</a:t>
            </a:r>
            <a:endParaRPr lang="ko-KR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584" name="그룹 583">
            <a:extLst>
              <a:ext uri="{FF2B5EF4-FFF2-40B4-BE49-F238E27FC236}">
                <a16:creationId xmlns:a16="http://schemas.microsoft.com/office/drawing/2014/main" id="{13BAB7FF-14AF-413C-3453-C51142874F93}"/>
              </a:ext>
            </a:extLst>
          </p:cNvPr>
          <p:cNvGrpSpPr/>
          <p:nvPr/>
        </p:nvGrpSpPr>
        <p:grpSpPr>
          <a:xfrm>
            <a:off x="1100330" y="2383018"/>
            <a:ext cx="2642995" cy="919688"/>
            <a:chOff x="1100330" y="2383018"/>
            <a:chExt cx="2642995" cy="919688"/>
          </a:xfrm>
        </p:grpSpPr>
        <p:grpSp>
          <p:nvGrpSpPr>
            <p:cNvPr id="376" name="그룹 375">
              <a:extLst>
                <a:ext uri="{FF2B5EF4-FFF2-40B4-BE49-F238E27FC236}">
                  <a16:creationId xmlns:a16="http://schemas.microsoft.com/office/drawing/2014/main" id="{C3BE488E-1CC4-F4DC-7EF2-46DCD19FBD15}"/>
                </a:ext>
              </a:extLst>
            </p:cNvPr>
            <p:cNvGrpSpPr/>
            <p:nvPr/>
          </p:nvGrpSpPr>
          <p:grpSpPr>
            <a:xfrm>
              <a:off x="1100330" y="2383018"/>
              <a:ext cx="2642995" cy="919688"/>
              <a:chOff x="1100330" y="2445789"/>
              <a:chExt cx="2642995" cy="919688"/>
            </a:xfrm>
          </p:grpSpPr>
          <p:sp>
            <p:nvSpPr>
              <p:cNvPr id="106" name="원호 105">
                <a:extLst>
                  <a:ext uri="{FF2B5EF4-FFF2-40B4-BE49-F238E27FC236}">
                    <a16:creationId xmlns:a16="http://schemas.microsoft.com/office/drawing/2014/main" id="{16B01734-5DEF-98A7-B0E8-BCA92FECB895}"/>
                  </a:ext>
                </a:extLst>
              </p:cNvPr>
              <p:cNvSpPr/>
              <p:nvPr/>
            </p:nvSpPr>
            <p:spPr>
              <a:xfrm rot="2677778">
                <a:off x="1327519" y="2820815"/>
                <a:ext cx="488029" cy="488029"/>
              </a:xfrm>
              <a:prstGeom prst="arc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08" name="원호 107">
                <a:extLst>
                  <a:ext uri="{FF2B5EF4-FFF2-40B4-BE49-F238E27FC236}">
                    <a16:creationId xmlns:a16="http://schemas.microsoft.com/office/drawing/2014/main" id="{6BE72316-64B4-B955-891D-31D0D7852911}"/>
                  </a:ext>
                </a:extLst>
              </p:cNvPr>
              <p:cNvSpPr/>
              <p:nvPr/>
            </p:nvSpPr>
            <p:spPr>
              <a:xfrm rot="2677778">
                <a:off x="1638731" y="2820815"/>
                <a:ext cx="488029" cy="488029"/>
              </a:xfrm>
              <a:prstGeom prst="arc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09" name="원호 108">
                <a:extLst>
                  <a:ext uri="{FF2B5EF4-FFF2-40B4-BE49-F238E27FC236}">
                    <a16:creationId xmlns:a16="http://schemas.microsoft.com/office/drawing/2014/main" id="{06A32E60-D779-439A-2584-FE9797F2C892}"/>
                  </a:ext>
                </a:extLst>
              </p:cNvPr>
              <p:cNvSpPr/>
              <p:nvPr/>
            </p:nvSpPr>
            <p:spPr>
              <a:xfrm rot="2677778">
                <a:off x="2403943" y="2820815"/>
                <a:ext cx="488029" cy="488029"/>
              </a:xfrm>
              <a:prstGeom prst="arc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11" name="원호 110">
                <a:extLst>
                  <a:ext uri="{FF2B5EF4-FFF2-40B4-BE49-F238E27FC236}">
                    <a16:creationId xmlns:a16="http://schemas.microsoft.com/office/drawing/2014/main" id="{D15A1AFD-69CA-E666-E4C1-DAF8AC10D8DB}"/>
                  </a:ext>
                </a:extLst>
              </p:cNvPr>
              <p:cNvSpPr/>
              <p:nvPr/>
            </p:nvSpPr>
            <p:spPr>
              <a:xfrm rot="2677778">
                <a:off x="2749025" y="2820816"/>
                <a:ext cx="488029" cy="488029"/>
              </a:xfrm>
              <a:prstGeom prst="arc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115" name="직선 연결선 114">
                <a:extLst>
                  <a:ext uri="{FF2B5EF4-FFF2-40B4-BE49-F238E27FC236}">
                    <a16:creationId xmlns:a16="http://schemas.microsoft.com/office/drawing/2014/main" id="{BB1FB9B4-C128-18AF-A7A2-012790D133F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610775" y="3062098"/>
                <a:ext cx="1990301" cy="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6" name="원호 115">
                <a:extLst>
                  <a:ext uri="{FF2B5EF4-FFF2-40B4-BE49-F238E27FC236}">
                    <a16:creationId xmlns:a16="http://schemas.microsoft.com/office/drawing/2014/main" id="{4D102B16-0963-803B-140D-246B67B2138F}"/>
                  </a:ext>
                </a:extLst>
              </p:cNvPr>
              <p:cNvSpPr/>
              <p:nvPr/>
            </p:nvSpPr>
            <p:spPr>
              <a:xfrm rot="2677778">
                <a:off x="1891259" y="2815519"/>
                <a:ext cx="488029" cy="488029"/>
              </a:xfrm>
              <a:prstGeom prst="arc">
                <a:avLst/>
              </a:prstGeom>
              <a:ln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17" name="원호 116">
                <a:extLst>
                  <a:ext uri="{FF2B5EF4-FFF2-40B4-BE49-F238E27FC236}">
                    <a16:creationId xmlns:a16="http://schemas.microsoft.com/office/drawing/2014/main" id="{E61463C4-7263-165D-92BA-2CF31A39E4A3}"/>
                  </a:ext>
                </a:extLst>
              </p:cNvPr>
              <p:cNvSpPr/>
              <p:nvPr/>
            </p:nvSpPr>
            <p:spPr>
              <a:xfrm rot="2677778">
                <a:off x="1764995" y="2815519"/>
                <a:ext cx="488029" cy="488029"/>
              </a:xfrm>
              <a:prstGeom prst="arc">
                <a:avLst/>
              </a:prstGeom>
              <a:ln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18" name="원호 117">
                <a:extLst>
                  <a:ext uri="{FF2B5EF4-FFF2-40B4-BE49-F238E27FC236}">
                    <a16:creationId xmlns:a16="http://schemas.microsoft.com/office/drawing/2014/main" id="{590D0408-594B-AE85-EB8E-132E95346469}"/>
                  </a:ext>
                </a:extLst>
              </p:cNvPr>
              <p:cNvSpPr/>
              <p:nvPr/>
            </p:nvSpPr>
            <p:spPr>
              <a:xfrm rot="2677778">
                <a:off x="2017523" y="2815519"/>
                <a:ext cx="488029" cy="488029"/>
              </a:xfrm>
              <a:prstGeom prst="arc">
                <a:avLst/>
              </a:prstGeom>
              <a:ln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23" name="원호 122">
                <a:extLst>
                  <a:ext uri="{FF2B5EF4-FFF2-40B4-BE49-F238E27FC236}">
                    <a16:creationId xmlns:a16="http://schemas.microsoft.com/office/drawing/2014/main" id="{E16EFC02-4A72-9064-F362-CC5CB3A8C761}"/>
                  </a:ext>
                </a:extLst>
              </p:cNvPr>
              <p:cNvSpPr/>
              <p:nvPr/>
            </p:nvSpPr>
            <p:spPr>
              <a:xfrm rot="2677778">
                <a:off x="2275848" y="2815519"/>
                <a:ext cx="488029" cy="488029"/>
              </a:xfrm>
              <a:prstGeom prst="arc">
                <a:avLst/>
              </a:prstGeom>
              <a:ln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36" name="TextBox 235">
                    <a:extLst>
                      <a:ext uri="{FF2B5EF4-FFF2-40B4-BE49-F238E27FC236}">
                        <a16:creationId xmlns:a16="http://schemas.microsoft.com/office/drawing/2014/main" id="{433868C9-1F95-7970-7843-30B71BD81EDE}"/>
                      </a:ext>
                    </a:extLst>
                  </p:cNvPr>
                  <p:cNvSpPr txBox="1"/>
                  <p:nvPr/>
                </p:nvSpPr>
                <p:spPr>
                  <a:xfrm>
                    <a:off x="2022732" y="2929229"/>
                    <a:ext cx="97783" cy="12028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nor/>
                            </m:rPr>
                            <a:rPr lang="en-US" altLang="ko-KR" sz="800" b="1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m:t>r</m:t>
                          </m:r>
                          <m:r>
                            <m:rPr>
                              <m:nor/>
                            </m:rPr>
                            <a:rPr lang="en-US" altLang="ko-KR" sz="800" b="1" baseline="-2500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m:t>0</m:t>
                          </m:r>
                        </m:oMath>
                      </m:oMathPara>
                    </a14:m>
                    <a:endParaRPr lang="ko-KR" altLang="en-US" sz="800" b="1" baseline="-250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mc:Choice>
            <mc:Fallback xmlns="">
              <p:sp>
                <p:nvSpPr>
                  <p:cNvPr id="236" name="TextBox 235">
                    <a:extLst>
                      <a:ext uri="{FF2B5EF4-FFF2-40B4-BE49-F238E27FC236}">
                        <a16:creationId xmlns:a16="http://schemas.microsoft.com/office/drawing/2014/main" id="{433868C9-1F95-7970-7843-30B71BD81ED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022732" y="2929229"/>
                    <a:ext cx="97783" cy="120289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l="-31250" r="-12500" b="-20000"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41" name="TextBox 240">
                <a:extLst>
                  <a:ext uri="{FF2B5EF4-FFF2-40B4-BE49-F238E27FC236}">
                    <a16:creationId xmlns:a16="http://schemas.microsoft.com/office/drawing/2014/main" id="{4EA6AAAD-A574-18EB-7BE1-0D375FCA1C71}"/>
                  </a:ext>
                </a:extLst>
              </p:cNvPr>
              <p:cNvSpPr txBox="1"/>
              <p:nvPr/>
            </p:nvSpPr>
            <p:spPr>
              <a:xfrm>
                <a:off x="1100330" y="3057700"/>
                <a:ext cx="70917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ko-KR" sz="700">
                    <a:latin typeface="Arial" panose="020B0604020202020204" pitchFamily="34" charset="0"/>
                    <a:cs typeface="Arial" panose="020B0604020202020204" pitchFamily="34" charset="0"/>
                  </a:rPr>
                  <a:t>Si - Channel</a:t>
                </a:r>
                <a:br>
                  <a:rPr lang="en-US" altLang="ko-KR" sz="700"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altLang="ko-KR" sz="700">
                    <a:latin typeface="Arial" panose="020B0604020202020204" pitchFamily="34" charset="0"/>
                    <a:cs typeface="Arial" panose="020B0604020202020204" pitchFamily="34" charset="0"/>
                  </a:rPr>
                  <a:t>(Ch)</a:t>
                </a:r>
                <a:endParaRPr lang="ko-KR" altLang="en-US" sz="7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42" name="TextBox 241">
                <a:extLst>
                  <a:ext uri="{FF2B5EF4-FFF2-40B4-BE49-F238E27FC236}">
                    <a16:creationId xmlns:a16="http://schemas.microsoft.com/office/drawing/2014/main" id="{ADFA6492-8EC7-611E-E3A4-B264B7B6BE00}"/>
                  </a:ext>
                </a:extLst>
              </p:cNvPr>
              <p:cNvSpPr txBox="1"/>
              <p:nvPr/>
            </p:nvSpPr>
            <p:spPr>
              <a:xfrm>
                <a:off x="3196633" y="3050405"/>
                <a:ext cx="546692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700">
                    <a:latin typeface="Arial" panose="020B0604020202020204" pitchFamily="34" charset="0"/>
                    <a:cs typeface="Arial" panose="020B0604020202020204" pitchFamily="34" charset="0"/>
                  </a:rPr>
                  <a:t>Wordline</a:t>
                </a:r>
                <a:br>
                  <a:rPr lang="en-US" altLang="ko-KR" sz="700"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altLang="ko-KR" sz="700">
                    <a:latin typeface="Arial" panose="020B0604020202020204" pitchFamily="34" charset="0"/>
                    <a:cs typeface="Arial" panose="020B0604020202020204" pitchFamily="34" charset="0"/>
                  </a:rPr>
                  <a:t>(WL)</a:t>
                </a:r>
                <a:endParaRPr lang="ko-KR" altLang="en-US" sz="7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32" name="TextBox 331">
                    <a:extLst>
                      <a:ext uri="{FF2B5EF4-FFF2-40B4-BE49-F238E27FC236}">
                        <a16:creationId xmlns:a16="http://schemas.microsoft.com/office/drawing/2014/main" id="{88DD9990-4809-8552-9422-931D8CDEDF58}"/>
                      </a:ext>
                    </a:extLst>
                  </p:cNvPr>
                  <p:cNvSpPr txBox="1"/>
                  <p:nvPr/>
                </p:nvSpPr>
                <p:spPr>
                  <a:xfrm>
                    <a:off x="2153983" y="2929229"/>
                    <a:ext cx="97783" cy="12028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nor/>
                            </m:rPr>
                            <a:rPr lang="en-US" altLang="ko-KR" sz="800" b="1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m:t>r</m:t>
                          </m:r>
                          <m:r>
                            <m:rPr>
                              <m:nor/>
                            </m:rPr>
                            <a:rPr lang="en-US" altLang="ko-KR" sz="800" b="1" i="0" baseline="-25000" smtClean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m:t>1</m:t>
                          </m:r>
                        </m:oMath>
                      </m:oMathPara>
                    </a14:m>
                    <a:endParaRPr lang="ko-KR" altLang="en-US" sz="800" b="1" baseline="-250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mc:Choice>
            <mc:Fallback xmlns="">
              <p:sp>
                <p:nvSpPr>
                  <p:cNvPr id="332" name="TextBox 331">
                    <a:extLst>
                      <a:ext uri="{FF2B5EF4-FFF2-40B4-BE49-F238E27FC236}">
                        <a16:creationId xmlns:a16="http://schemas.microsoft.com/office/drawing/2014/main" id="{88DD9990-4809-8552-9422-931D8CDEDF5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153983" y="2929229"/>
                    <a:ext cx="97783" cy="120289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 l="-25000" r="-12500" b="-20000"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33" name="TextBox 332">
                    <a:extLst>
                      <a:ext uri="{FF2B5EF4-FFF2-40B4-BE49-F238E27FC236}">
                        <a16:creationId xmlns:a16="http://schemas.microsoft.com/office/drawing/2014/main" id="{3BAACD08-C421-1A35-E6A6-8B78DECDC898}"/>
                      </a:ext>
                    </a:extLst>
                  </p:cNvPr>
                  <p:cNvSpPr txBox="1"/>
                  <p:nvPr/>
                </p:nvSpPr>
                <p:spPr>
                  <a:xfrm>
                    <a:off x="2283639" y="2929229"/>
                    <a:ext cx="97783" cy="12028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nor/>
                            </m:rPr>
                            <a:rPr lang="en-US" altLang="ko-KR" sz="800" b="1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m:t>r</m:t>
                          </m:r>
                          <m:r>
                            <m:rPr>
                              <m:nor/>
                            </m:rPr>
                            <a:rPr lang="en-US" altLang="ko-KR" sz="800" b="1" i="0" baseline="-25000" smtClean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m:t>2</m:t>
                          </m:r>
                        </m:oMath>
                      </m:oMathPara>
                    </a14:m>
                    <a:endParaRPr lang="ko-KR" altLang="en-US" sz="800" b="1" baseline="-250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mc:Choice>
            <mc:Fallback xmlns="">
              <p:sp>
                <p:nvSpPr>
                  <p:cNvPr id="333" name="TextBox 332">
                    <a:extLst>
                      <a:ext uri="{FF2B5EF4-FFF2-40B4-BE49-F238E27FC236}">
                        <a16:creationId xmlns:a16="http://schemas.microsoft.com/office/drawing/2014/main" id="{3BAACD08-C421-1A35-E6A6-8B78DECDC89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283639" y="2929229"/>
                    <a:ext cx="97783" cy="120289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 l="-31250" r="-12500" b="-20000"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34" name="TextBox 333">
                    <a:extLst>
                      <a:ext uri="{FF2B5EF4-FFF2-40B4-BE49-F238E27FC236}">
                        <a16:creationId xmlns:a16="http://schemas.microsoft.com/office/drawing/2014/main" id="{20E39FAB-6FA9-0527-6914-A87BBCE1B76C}"/>
                      </a:ext>
                    </a:extLst>
                  </p:cNvPr>
                  <p:cNvSpPr txBox="1"/>
                  <p:nvPr/>
                </p:nvSpPr>
                <p:spPr>
                  <a:xfrm>
                    <a:off x="2412793" y="2929229"/>
                    <a:ext cx="97783" cy="12028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nor/>
                            </m:rPr>
                            <a:rPr lang="en-US" altLang="ko-KR" sz="800" b="1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m:t>r</m:t>
                          </m:r>
                          <m:r>
                            <m:rPr>
                              <m:nor/>
                            </m:rPr>
                            <a:rPr lang="en-US" altLang="ko-KR" sz="800" b="1" i="0" baseline="-25000" smtClean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m:t>3</m:t>
                          </m:r>
                        </m:oMath>
                      </m:oMathPara>
                    </a14:m>
                    <a:endParaRPr lang="ko-KR" altLang="en-US" sz="800" b="1" baseline="-250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mc:Choice>
            <mc:Fallback xmlns="">
              <p:sp>
                <p:nvSpPr>
                  <p:cNvPr id="334" name="TextBox 333">
                    <a:extLst>
                      <a:ext uri="{FF2B5EF4-FFF2-40B4-BE49-F238E27FC236}">
                        <a16:creationId xmlns:a16="http://schemas.microsoft.com/office/drawing/2014/main" id="{20E39FAB-6FA9-0527-6914-A87BBCE1B76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412793" y="2929229"/>
                    <a:ext cx="97783" cy="120289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 l="-31250" r="-12500" b="-20000"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35" name="TextBox 334">
                    <a:extLst>
                      <a:ext uri="{FF2B5EF4-FFF2-40B4-BE49-F238E27FC236}">
                        <a16:creationId xmlns:a16="http://schemas.microsoft.com/office/drawing/2014/main" id="{59CFC7D8-CAB7-4308-96D9-3C64A4C867C9}"/>
                      </a:ext>
                    </a:extLst>
                  </p:cNvPr>
                  <p:cNvSpPr txBox="1"/>
                  <p:nvPr/>
                </p:nvSpPr>
                <p:spPr>
                  <a:xfrm>
                    <a:off x="2780438" y="2929229"/>
                    <a:ext cx="89768" cy="12028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algn="ctr"/>
                    <a14:m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US" altLang="ko-KR" sz="800" b="1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r</m:t>
                        </m:r>
                      </m:oMath>
                    </a14:m>
                    <a:r>
                      <a:rPr lang="en-US" altLang="ko-KR" sz="800" b="1" baseline="-2500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N</a:t>
                    </a:r>
                    <a:endParaRPr lang="ko-KR" altLang="en-US" sz="800" b="1" baseline="-250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mc:Choice>
            <mc:Fallback xmlns="">
              <p:sp>
                <p:nvSpPr>
                  <p:cNvPr id="335" name="TextBox 334">
                    <a:extLst>
                      <a:ext uri="{FF2B5EF4-FFF2-40B4-BE49-F238E27FC236}">
                        <a16:creationId xmlns:a16="http://schemas.microsoft.com/office/drawing/2014/main" id="{59CFC7D8-CAB7-4308-96D9-3C64A4C867C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780438" y="2929229"/>
                    <a:ext cx="89768" cy="120289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 l="-33333" r="-40000" b="-40000"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36" name="TextBox 335">
                    <a:extLst>
                      <a:ext uri="{FF2B5EF4-FFF2-40B4-BE49-F238E27FC236}">
                        <a16:creationId xmlns:a16="http://schemas.microsoft.com/office/drawing/2014/main" id="{71511585-A780-79D0-0BBE-E9902B914B71}"/>
                      </a:ext>
                    </a:extLst>
                  </p:cNvPr>
                  <p:cNvSpPr txBox="1"/>
                  <p:nvPr/>
                </p:nvSpPr>
                <p:spPr>
                  <a:xfrm>
                    <a:off x="3085111" y="2929229"/>
                    <a:ext cx="145873" cy="12028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algn="ctr"/>
                    <a14:m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US" altLang="ko-KR" sz="800" b="1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r</m:t>
                        </m:r>
                      </m:oMath>
                    </a14:m>
                    <a:r>
                      <a:rPr lang="en-US" altLang="ko-KR" sz="800" b="1" baseline="-2500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WL</a:t>
                    </a:r>
                    <a:endParaRPr lang="ko-KR" altLang="en-US" sz="800" b="1" baseline="-250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mc:Choice>
            <mc:Fallback xmlns="">
              <p:sp>
                <p:nvSpPr>
                  <p:cNvPr id="336" name="TextBox 335">
                    <a:extLst>
                      <a:ext uri="{FF2B5EF4-FFF2-40B4-BE49-F238E27FC236}">
                        <a16:creationId xmlns:a16="http://schemas.microsoft.com/office/drawing/2014/main" id="{71511585-A780-79D0-0BBE-E9902B914B7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085111" y="2929229"/>
                    <a:ext cx="145873" cy="120289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 l="-20833" r="-29167" b="-40000"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37" name="TextBox 336">
                    <a:extLst>
                      <a:ext uri="{FF2B5EF4-FFF2-40B4-BE49-F238E27FC236}">
                        <a16:creationId xmlns:a16="http://schemas.microsoft.com/office/drawing/2014/main" id="{E292FC31-0E07-B868-FE78-2F6D3D2D832C}"/>
                      </a:ext>
                    </a:extLst>
                  </p:cNvPr>
                  <p:cNvSpPr txBox="1"/>
                  <p:nvPr/>
                </p:nvSpPr>
                <p:spPr>
                  <a:xfrm>
                    <a:off x="1662841" y="2924360"/>
                    <a:ext cx="131446" cy="12028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algn="ctr"/>
                    <a14:m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US" altLang="ko-KR" sz="800" b="1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r</m:t>
                        </m:r>
                      </m:oMath>
                    </a14:m>
                    <a:r>
                      <a:rPr lang="en-US" altLang="ko-KR" sz="800" b="1" baseline="-2500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Ch</a:t>
                    </a:r>
                    <a:endParaRPr lang="ko-KR" altLang="en-US" sz="800" b="1" baseline="-250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mc:Choice>
            <mc:Fallback xmlns="">
              <p:sp>
                <p:nvSpPr>
                  <p:cNvPr id="337" name="TextBox 336">
                    <a:extLst>
                      <a:ext uri="{FF2B5EF4-FFF2-40B4-BE49-F238E27FC236}">
                        <a16:creationId xmlns:a16="http://schemas.microsoft.com/office/drawing/2014/main" id="{E292FC31-0E07-B868-FE78-2F6D3D2D832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662841" y="2924360"/>
                    <a:ext cx="131446" cy="120289"/>
                  </a:xfrm>
                  <a:prstGeom prst="rect">
                    <a:avLst/>
                  </a:prstGeom>
                  <a:blipFill>
                    <a:blip r:embed="rId16"/>
                    <a:stretch>
                      <a:fillRect l="-23810" r="-38095" b="-40000"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362" name="TextBox 361">
                <a:extLst>
                  <a:ext uri="{FF2B5EF4-FFF2-40B4-BE49-F238E27FC236}">
                    <a16:creationId xmlns:a16="http://schemas.microsoft.com/office/drawing/2014/main" id="{DA5803B3-CC2E-5430-5100-74DF5A70A8DE}"/>
                  </a:ext>
                </a:extLst>
              </p:cNvPr>
              <p:cNvSpPr txBox="1"/>
              <p:nvPr/>
            </p:nvSpPr>
            <p:spPr>
              <a:xfrm>
                <a:off x="1337549" y="2445789"/>
                <a:ext cx="360492" cy="200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700" b="1">
                    <a:latin typeface="Arial" panose="020B0604020202020204" pitchFamily="34" charset="0"/>
                    <a:cs typeface="Arial" panose="020B0604020202020204" pitchFamily="34" charset="0"/>
                  </a:rPr>
                  <a:t>(c)</a:t>
                </a:r>
                <a:endParaRPr lang="ko-KR" altLang="en-US" sz="700" b="1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569" name="TextBox 568">
              <a:extLst>
                <a:ext uri="{FF2B5EF4-FFF2-40B4-BE49-F238E27FC236}">
                  <a16:creationId xmlns:a16="http://schemas.microsoft.com/office/drawing/2014/main" id="{B706F012-FF07-5060-D450-1E1B1E1701B5}"/>
                </a:ext>
              </a:extLst>
            </p:cNvPr>
            <p:cNvSpPr txBox="1"/>
            <p:nvPr/>
          </p:nvSpPr>
          <p:spPr>
            <a:xfrm>
              <a:off x="2373140" y="2758062"/>
              <a:ext cx="49470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>
                  <a:latin typeface="Arial" panose="020B0604020202020204" pitchFamily="34" charset="0"/>
                  <a:cs typeface="Arial" panose="020B0604020202020204" pitchFamily="34" charset="0"/>
                </a:rPr>
                <a:t>...</a:t>
              </a:r>
              <a:endParaRPr lang="ko-KR" altLang="en-US" sz="1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pic>
        <p:nvPicPr>
          <p:cNvPr id="2" name="그림 1" descr="다채로움, 스크린샷, 그린, 노랑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A1CAF9D-6B6A-9F18-6A69-7163AAAD9C61}"/>
              </a:ext>
            </a:extLst>
          </p:cNvPr>
          <p:cNvPicPr>
            <a:picLocks noChangeAspect="1"/>
          </p:cNvPicPr>
          <p:nvPr/>
        </p:nvPicPr>
        <p:blipFill>
          <a:blip r:embed="rId17"/>
          <a:srcRect t="19521" b="24931"/>
          <a:stretch>
            <a:fillRect/>
          </a:stretch>
        </p:blipFill>
        <p:spPr>
          <a:xfrm rot="16200000">
            <a:off x="317065" y="2984000"/>
            <a:ext cx="1252920" cy="63383"/>
          </a:xfrm>
          <a:prstGeom prst="rect">
            <a:avLst/>
          </a:prstGeom>
        </p:spPr>
      </p:pic>
      <p:grpSp>
        <p:nvGrpSpPr>
          <p:cNvPr id="19" name="그룹 18">
            <a:extLst>
              <a:ext uri="{FF2B5EF4-FFF2-40B4-BE49-F238E27FC236}">
                <a16:creationId xmlns:a16="http://schemas.microsoft.com/office/drawing/2014/main" id="{752DC6FB-E78C-9B45-86A2-B5EA486DFFFF}"/>
              </a:ext>
            </a:extLst>
          </p:cNvPr>
          <p:cNvGrpSpPr/>
          <p:nvPr/>
        </p:nvGrpSpPr>
        <p:grpSpPr>
          <a:xfrm>
            <a:off x="1337549" y="1906859"/>
            <a:ext cx="1731170" cy="1167341"/>
            <a:chOff x="1337549" y="1906859"/>
            <a:chExt cx="1731170" cy="1167341"/>
          </a:xfrm>
        </p:grpSpPr>
        <p:sp>
          <p:nvSpPr>
            <p:cNvPr id="18" name="자유형: 도형 17">
              <a:extLst>
                <a:ext uri="{FF2B5EF4-FFF2-40B4-BE49-F238E27FC236}">
                  <a16:creationId xmlns:a16="http://schemas.microsoft.com/office/drawing/2014/main" id="{F299125F-1750-1AB0-BD8D-769D46EEF0C2}"/>
                </a:ext>
              </a:extLst>
            </p:cNvPr>
            <p:cNvSpPr/>
            <p:nvPr/>
          </p:nvSpPr>
          <p:spPr>
            <a:xfrm>
              <a:off x="2128838" y="2090738"/>
              <a:ext cx="776287" cy="309562"/>
            </a:xfrm>
            <a:custGeom>
              <a:avLst/>
              <a:gdLst>
                <a:gd name="csX0" fmla="*/ 0 w 776287"/>
                <a:gd name="csY0" fmla="*/ 309562 h 309562"/>
                <a:gd name="csX1" fmla="*/ 0 w 776287"/>
                <a:gd name="csY1" fmla="*/ 161925 h 309562"/>
                <a:gd name="csX2" fmla="*/ 685800 w 776287"/>
                <a:gd name="csY2" fmla="*/ 238125 h 309562"/>
                <a:gd name="csX3" fmla="*/ 685800 w 776287"/>
                <a:gd name="csY3" fmla="*/ 0 h 309562"/>
                <a:gd name="csX4" fmla="*/ 776287 w 776287"/>
                <a:gd name="csY4" fmla="*/ 0 h 309562"/>
                <a:gd name="csX5" fmla="*/ 776287 w 776287"/>
                <a:gd name="csY5" fmla="*/ 304800 h 309562"/>
                <a:gd name="csX6" fmla="*/ 0 w 776287"/>
                <a:gd name="csY6" fmla="*/ 309562 h 30956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776287" h="309562">
                  <a:moveTo>
                    <a:pt x="0" y="309562"/>
                  </a:moveTo>
                  <a:lnTo>
                    <a:pt x="0" y="161925"/>
                  </a:lnTo>
                  <a:lnTo>
                    <a:pt x="685800" y="238125"/>
                  </a:lnTo>
                  <a:lnTo>
                    <a:pt x="685800" y="0"/>
                  </a:lnTo>
                  <a:lnTo>
                    <a:pt x="776287" y="0"/>
                  </a:lnTo>
                  <a:lnTo>
                    <a:pt x="776287" y="304800"/>
                  </a:lnTo>
                  <a:lnTo>
                    <a:pt x="0" y="309562"/>
                  </a:lnTo>
                  <a:close/>
                </a:path>
              </a:pathLst>
            </a:custGeom>
            <a:solidFill>
              <a:srgbClr val="F1D365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8" name="그룹 7">
              <a:extLst>
                <a:ext uri="{FF2B5EF4-FFF2-40B4-BE49-F238E27FC236}">
                  <a16:creationId xmlns:a16="http://schemas.microsoft.com/office/drawing/2014/main" id="{0EE53E30-3C7D-C6EA-4661-9633E6715C21}"/>
                </a:ext>
              </a:extLst>
            </p:cNvPr>
            <p:cNvGrpSpPr/>
            <p:nvPr/>
          </p:nvGrpSpPr>
          <p:grpSpPr>
            <a:xfrm>
              <a:off x="1337549" y="1906859"/>
              <a:ext cx="1731170" cy="1167341"/>
              <a:chOff x="1337549" y="1906859"/>
              <a:chExt cx="1731170" cy="1167341"/>
            </a:xfrm>
          </p:grpSpPr>
          <p:cxnSp>
            <p:nvCxnSpPr>
              <p:cNvPr id="300" name="직선 연결선 299">
                <a:extLst>
                  <a:ext uri="{FF2B5EF4-FFF2-40B4-BE49-F238E27FC236}">
                    <a16:creationId xmlns:a16="http://schemas.microsoft.com/office/drawing/2014/main" id="{774A86F0-C443-DA34-8985-53F1D3C638B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26659" y="2092625"/>
                <a:ext cx="0" cy="981575"/>
              </a:xfrm>
              <a:prstGeom prst="line">
                <a:avLst/>
              </a:prstGeom>
              <a:ln w="6350"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1" name="직선 연결선 300">
                <a:extLst>
                  <a:ext uri="{FF2B5EF4-FFF2-40B4-BE49-F238E27FC236}">
                    <a16:creationId xmlns:a16="http://schemas.microsoft.com/office/drawing/2014/main" id="{AE1A7C84-B0B6-9860-FA27-6C833DB2F93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95007" y="2057400"/>
                <a:ext cx="0" cy="1008751"/>
              </a:xfrm>
              <a:prstGeom prst="line">
                <a:avLst/>
              </a:prstGeom>
              <a:ln w="6350"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직선 화살표 연결선 15">
                <a:extLst>
                  <a:ext uri="{FF2B5EF4-FFF2-40B4-BE49-F238E27FC236}">
                    <a16:creationId xmlns:a16="http://schemas.microsoft.com/office/drawing/2014/main" id="{819B03E9-80AF-7243-754C-5E0F2216C4D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004533" y="2403460"/>
                <a:ext cx="1064186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83" name="TextBox 282">
                <a:extLst>
                  <a:ext uri="{FF2B5EF4-FFF2-40B4-BE49-F238E27FC236}">
                    <a16:creationId xmlns:a16="http://schemas.microsoft.com/office/drawing/2014/main" id="{2EF5FDA5-D0D5-4482-17FF-7298970615AE}"/>
                  </a:ext>
                </a:extLst>
              </p:cNvPr>
              <p:cNvSpPr txBox="1"/>
              <p:nvPr/>
            </p:nvSpPr>
            <p:spPr>
              <a:xfrm>
                <a:off x="2421390" y="2281509"/>
                <a:ext cx="72136" cy="10772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:r>
                  <a:rPr lang="en-US" altLang="ko-KR" sz="700" b="1" dirty="0" err="1"/>
                  <a:t>n</a:t>
                </a:r>
                <a:r>
                  <a:rPr lang="en-US" altLang="ko-KR" sz="700" b="1" baseline="-25000" dirty="0" err="1"/>
                  <a:t>t</a:t>
                </a:r>
                <a:endParaRPr lang="ko-KR" altLang="en-US" sz="700" b="1" baseline="-25000" dirty="0"/>
              </a:p>
            </p:txBody>
          </p:sp>
          <p:sp>
            <p:nvSpPr>
              <p:cNvPr id="340" name="TextBox 339">
                <a:extLst>
                  <a:ext uri="{FF2B5EF4-FFF2-40B4-BE49-F238E27FC236}">
                    <a16:creationId xmlns:a16="http://schemas.microsoft.com/office/drawing/2014/main" id="{A092FB95-3CFD-EA9D-410B-F92547721757}"/>
                  </a:ext>
                </a:extLst>
              </p:cNvPr>
              <p:cNvSpPr txBox="1"/>
              <p:nvPr/>
            </p:nvSpPr>
            <p:spPr>
              <a:xfrm>
                <a:off x="1337549" y="1906859"/>
                <a:ext cx="360492" cy="200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7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(b)</a:t>
                </a:r>
                <a:endParaRPr lang="ko-KR" altLang="en-US" sz="7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289" name="직선 화살표 연결선 288">
                <a:extLst>
                  <a:ext uri="{FF2B5EF4-FFF2-40B4-BE49-F238E27FC236}">
                    <a16:creationId xmlns:a16="http://schemas.microsoft.com/office/drawing/2014/main" id="{BF7303CF-4083-ABBE-6FCF-C2DABD2F654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35189" y="2166866"/>
                <a:ext cx="760771" cy="0"/>
              </a:xfrm>
              <a:prstGeom prst="straightConnector1">
                <a:avLst/>
              </a:prstGeom>
              <a:ln w="9525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5" name="TextBox 304">
                <a:extLst>
                  <a:ext uri="{FF2B5EF4-FFF2-40B4-BE49-F238E27FC236}">
                    <a16:creationId xmlns:a16="http://schemas.microsoft.com/office/drawing/2014/main" id="{EC124455-F295-98AF-7E49-DFD62B80281D}"/>
                  </a:ext>
                </a:extLst>
              </p:cNvPr>
              <p:cNvSpPr txBox="1"/>
              <p:nvPr/>
            </p:nvSpPr>
            <p:spPr>
              <a:xfrm>
                <a:off x="2311925" y="1997375"/>
                <a:ext cx="407298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800"/>
                  <a:t>t</a:t>
                </a:r>
                <a:r>
                  <a:rPr lang="en-US" altLang="ko-KR" sz="800" baseline="-25000"/>
                  <a:t>CTN</a:t>
                </a:r>
                <a:endParaRPr lang="ko-KR" altLang="en-US" sz="800" baseline="-25000"/>
              </a:p>
            </p:txBody>
          </p:sp>
          <p:cxnSp>
            <p:nvCxnSpPr>
              <p:cNvPr id="541" name="직선 연결선 540">
                <a:extLst>
                  <a:ext uri="{FF2B5EF4-FFF2-40B4-BE49-F238E27FC236}">
                    <a16:creationId xmlns:a16="http://schemas.microsoft.com/office/drawing/2014/main" id="{B56972B8-31DD-C20F-602D-A49D0AAD5AC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169702" y="2196967"/>
                <a:ext cx="0" cy="324000"/>
              </a:xfrm>
              <a:prstGeom prst="line">
                <a:avLst/>
              </a:prstGeom>
              <a:ln w="3175"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2" name="직선 연결선 541">
                <a:extLst>
                  <a:ext uri="{FF2B5EF4-FFF2-40B4-BE49-F238E27FC236}">
                    <a16:creationId xmlns:a16="http://schemas.microsoft.com/office/drawing/2014/main" id="{6D248263-98BD-D746-842D-E51F3DDDA3F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215705" y="2196967"/>
                <a:ext cx="0" cy="324000"/>
              </a:xfrm>
              <a:prstGeom prst="line">
                <a:avLst/>
              </a:prstGeom>
              <a:ln w="3175"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6" name="직선 연결선 545">
                <a:extLst>
                  <a:ext uri="{FF2B5EF4-FFF2-40B4-BE49-F238E27FC236}">
                    <a16:creationId xmlns:a16="http://schemas.microsoft.com/office/drawing/2014/main" id="{8B0B6F77-0AA7-642D-AE13-C4441142C94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261708" y="2196967"/>
                <a:ext cx="0" cy="324000"/>
              </a:xfrm>
              <a:prstGeom prst="line">
                <a:avLst/>
              </a:prstGeom>
              <a:ln w="3175"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9" name="직선 연결선 548">
                <a:extLst>
                  <a:ext uri="{FF2B5EF4-FFF2-40B4-BE49-F238E27FC236}">
                    <a16:creationId xmlns:a16="http://schemas.microsoft.com/office/drawing/2014/main" id="{96BB6338-B3BA-D9DF-7D39-0503C83479C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852337" y="2092625"/>
                <a:ext cx="0" cy="412467"/>
              </a:xfrm>
              <a:prstGeom prst="line">
                <a:avLst/>
              </a:prstGeom>
              <a:ln w="3175"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2" name="직선 연결선 581">
                <a:extLst>
                  <a:ext uri="{FF2B5EF4-FFF2-40B4-BE49-F238E27FC236}">
                    <a16:creationId xmlns:a16="http://schemas.microsoft.com/office/drawing/2014/main" id="{8C26E27A-63D4-A7D4-55CC-FDFA523EC57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807609" y="2092625"/>
                <a:ext cx="0" cy="412467"/>
              </a:xfrm>
              <a:prstGeom prst="line">
                <a:avLst/>
              </a:prstGeom>
              <a:ln w="3175"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602" name="그룹 601">
            <a:extLst>
              <a:ext uri="{FF2B5EF4-FFF2-40B4-BE49-F238E27FC236}">
                <a16:creationId xmlns:a16="http://schemas.microsoft.com/office/drawing/2014/main" id="{25232DB7-889A-3A06-F43F-E5A6A3570C2E}"/>
              </a:ext>
            </a:extLst>
          </p:cNvPr>
          <p:cNvGrpSpPr/>
          <p:nvPr/>
        </p:nvGrpSpPr>
        <p:grpSpPr>
          <a:xfrm>
            <a:off x="444954" y="3746901"/>
            <a:ext cx="2931952" cy="1267612"/>
            <a:chOff x="444954" y="3914309"/>
            <a:chExt cx="2931952" cy="1267612"/>
          </a:xfrm>
        </p:grpSpPr>
        <p:sp>
          <p:nvSpPr>
            <p:cNvPr id="276" name="타원 275">
              <a:extLst>
                <a:ext uri="{FF2B5EF4-FFF2-40B4-BE49-F238E27FC236}">
                  <a16:creationId xmlns:a16="http://schemas.microsoft.com/office/drawing/2014/main" id="{8DD8B11A-3628-657D-A200-C7A5981CAA2E}"/>
                </a:ext>
              </a:extLst>
            </p:cNvPr>
            <p:cNvSpPr/>
            <p:nvPr/>
          </p:nvSpPr>
          <p:spPr>
            <a:xfrm>
              <a:off x="710049" y="4215920"/>
              <a:ext cx="571304" cy="571304"/>
            </a:xfrm>
            <a:prstGeom prst="ellipse">
              <a:avLst/>
            </a:prstGeom>
            <a:gradFill flip="none" rotWithShape="1">
              <a:gsLst>
                <a:gs pos="0">
                  <a:srgbClr val="FFFF00"/>
                </a:gs>
                <a:gs pos="68000">
                  <a:schemeClr val="bg1">
                    <a:lumMod val="87000"/>
                  </a:schemeClr>
                </a:gs>
                <a:gs pos="100000">
                  <a:schemeClr val="accent1">
                    <a:lumMod val="10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75" name="TextBox 274">
              <a:extLst>
                <a:ext uri="{FF2B5EF4-FFF2-40B4-BE49-F238E27FC236}">
                  <a16:creationId xmlns:a16="http://schemas.microsoft.com/office/drawing/2014/main" id="{D6BE220E-EFF7-B5AD-AA55-12AFA12A2D80}"/>
                </a:ext>
              </a:extLst>
            </p:cNvPr>
            <p:cNvSpPr txBox="1"/>
            <p:nvPr/>
          </p:nvSpPr>
          <p:spPr>
            <a:xfrm>
              <a:off x="444954" y="3914309"/>
              <a:ext cx="360492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700" b="1">
                  <a:latin typeface="Arial" panose="020B0604020202020204" pitchFamily="34" charset="0"/>
                  <a:cs typeface="Arial" panose="020B0604020202020204" pitchFamily="34" charset="0"/>
                </a:rPr>
                <a:t>(d)</a:t>
              </a:r>
              <a:endParaRPr lang="ko-KR" altLang="en-US" sz="7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7" name="타원 276">
              <a:extLst>
                <a:ext uri="{FF2B5EF4-FFF2-40B4-BE49-F238E27FC236}">
                  <a16:creationId xmlns:a16="http://schemas.microsoft.com/office/drawing/2014/main" id="{6EA85C1C-BCE6-A806-9B72-4BA03ECF4AA3}"/>
                </a:ext>
              </a:extLst>
            </p:cNvPr>
            <p:cNvSpPr/>
            <p:nvPr/>
          </p:nvSpPr>
          <p:spPr>
            <a:xfrm>
              <a:off x="859275" y="4365146"/>
              <a:ext cx="272853" cy="27285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78" name="타원 277">
              <a:extLst>
                <a:ext uri="{FF2B5EF4-FFF2-40B4-BE49-F238E27FC236}">
                  <a16:creationId xmlns:a16="http://schemas.microsoft.com/office/drawing/2014/main" id="{10D31041-C1B7-2C10-B59C-30CC0DC08E13}"/>
                </a:ext>
              </a:extLst>
            </p:cNvPr>
            <p:cNvSpPr/>
            <p:nvPr/>
          </p:nvSpPr>
          <p:spPr>
            <a:xfrm>
              <a:off x="1595454" y="4360656"/>
              <a:ext cx="272853" cy="272853"/>
            </a:xfrm>
            <a:prstGeom prst="ellipse">
              <a:avLst/>
            </a:prstGeom>
            <a:solidFill>
              <a:srgbClr val="FFE38B"/>
            </a:solidFill>
            <a:ln w="6350"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79" name="타원 278">
              <a:extLst>
                <a:ext uri="{FF2B5EF4-FFF2-40B4-BE49-F238E27FC236}">
                  <a16:creationId xmlns:a16="http://schemas.microsoft.com/office/drawing/2014/main" id="{369CEBC2-247C-C210-A5C2-C0FB15DAADEB}"/>
                </a:ext>
              </a:extLst>
            </p:cNvPr>
            <p:cNvSpPr/>
            <p:nvPr/>
          </p:nvSpPr>
          <p:spPr>
            <a:xfrm>
              <a:off x="2009950" y="4350409"/>
              <a:ext cx="309600" cy="309600"/>
            </a:xfrm>
            <a:prstGeom prst="ellipse">
              <a:avLst/>
            </a:prstGeom>
            <a:solidFill>
              <a:srgbClr val="FFD85B"/>
            </a:solidFill>
            <a:ln w="6350"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1" name="타원 280">
              <a:extLst>
                <a:ext uri="{FF2B5EF4-FFF2-40B4-BE49-F238E27FC236}">
                  <a16:creationId xmlns:a16="http://schemas.microsoft.com/office/drawing/2014/main" id="{21A3D865-1926-E1EA-8EC0-5ECCBBB71C3A}"/>
                </a:ext>
              </a:extLst>
            </p:cNvPr>
            <p:cNvSpPr/>
            <p:nvPr/>
          </p:nvSpPr>
          <p:spPr>
            <a:xfrm>
              <a:off x="2796877" y="4219557"/>
              <a:ext cx="571304" cy="571304"/>
            </a:xfrm>
            <a:prstGeom prst="ellipse">
              <a:avLst/>
            </a:prstGeom>
            <a:solidFill>
              <a:srgbClr val="9FD6EF"/>
            </a:solidFill>
            <a:ln w="6350"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9" name="TextBox 308">
              <a:extLst>
                <a:ext uri="{FF2B5EF4-FFF2-40B4-BE49-F238E27FC236}">
                  <a16:creationId xmlns:a16="http://schemas.microsoft.com/office/drawing/2014/main" id="{E2154164-6EB4-BBC2-83BB-9807BA8A0FAD}"/>
                </a:ext>
              </a:extLst>
            </p:cNvPr>
            <p:cNvSpPr txBox="1"/>
            <p:nvPr/>
          </p:nvSpPr>
          <p:spPr>
            <a:xfrm>
              <a:off x="756460" y="3999966"/>
              <a:ext cx="49470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>
                  <a:latin typeface="Arial" panose="020B0604020202020204" pitchFamily="34" charset="0"/>
                  <a:cs typeface="Arial" panose="020B0604020202020204" pitchFamily="34" charset="0"/>
                </a:rPr>
                <a:t>Q</a:t>
              </a:r>
              <a:endParaRPr lang="ko-KR" altLang="en-US" sz="1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0" name="TextBox 309">
              <a:extLst>
                <a:ext uri="{FF2B5EF4-FFF2-40B4-BE49-F238E27FC236}">
                  <a16:creationId xmlns:a16="http://schemas.microsoft.com/office/drawing/2014/main" id="{47B0BF86-A75A-D967-A3DE-666CC86B0DA2}"/>
                </a:ext>
              </a:extLst>
            </p:cNvPr>
            <p:cNvSpPr txBox="1"/>
            <p:nvPr/>
          </p:nvSpPr>
          <p:spPr>
            <a:xfrm>
              <a:off x="1437503" y="4017428"/>
              <a:ext cx="58875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900">
                  <a:latin typeface="Arial" panose="020B0604020202020204" pitchFamily="34" charset="0"/>
                  <a:cs typeface="Arial" panose="020B0604020202020204" pitchFamily="34" charset="0"/>
                </a:rPr>
                <a:t>ΔQ</a:t>
              </a:r>
              <a:r>
                <a:rPr lang="en-US" altLang="ko-KR" sz="900" baseline="-25000"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  <a:endParaRPr lang="ko-KR" altLang="en-US" sz="900" baseline="-25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1" name="TextBox 310">
              <a:extLst>
                <a:ext uri="{FF2B5EF4-FFF2-40B4-BE49-F238E27FC236}">
                  <a16:creationId xmlns:a16="http://schemas.microsoft.com/office/drawing/2014/main" id="{EBF81BA2-5982-C7CB-35FA-BD3114423799}"/>
                </a:ext>
              </a:extLst>
            </p:cNvPr>
            <p:cNvSpPr txBox="1"/>
            <p:nvPr/>
          </p:nvSpPr>
          <p:spPr>
            <a:xfrm>
              <a:off x="1870373" y="4017428"/>
              <a:ext cx="58875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900" dirty="0">
                  <a:latin typeface="Arial" panose="020B0604020202020204" pitchFamily="34" charset="0"/>
                  <a:cs typeface="Arial" panose="020B0604020202020204" pitchFamily="34" charset="0"/>
                </a:rPr>
                <a:t>ΔQ</a:t>
              </a:r>
              <a:r>
                <a:rPr lang="en-US" altLang="ko-KR" sz="900" baseline="-25000" dirty="0"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endParaRPr lang="ko-KR" altLang="en-US" sz="900" baseline="-25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2" name="TextBox 311">
              <a:extLst>
                <a:ext uri="{FF2B5EF4-FFF2-40B4-BE49-F238E27FC236}">
                  <a16:creationId xmlns:a16="http://schemas.microsoft.com/office/drawing/2014/main" id="{F8589EA8-0247-F490-E19A-1BF214FFBE31}"/>
                </a:ext>
              </a:extLst>
            </p:cNvPr>
            <p:cNvSpPr txBox="1"/>
            <p:nvPr/>
          </p:nvSpPr>
          <p:spPr>
            <a:xfrm>
              <a:off x="2788152" y="4017428"/>
              <a:ext cx="58875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900">
                  <a:latin typeface="Arial" panose="020B0604020202020204" pitchFamily="34" charset="0"/>
                  <a:cs typeface="Arial" panose="020B0604020202020204" pitchFamily="34" charset="0"/>
                </a:rPr>
                <a:t>ΔQ</a:t>
              </a:r>
              <a:r>
                <a:rPr lang="en-US" altLang="ko-KR" sz="900" baseline="-25000">
                  <a:latin typeface="Arial" panose="020B0604020202020204" pitchFamily="34" charset="0"/>
                  <a:cs typeface="Arial" panose="020B0604020202020204" pitchFamily="34" charset="0"/>
                </a:rPr>
                <a:t>N</a:t>
              </a:r>
              <a:endParaRPr lang="ko-KR" altLang="en-US" sz="900" baseline="-25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3" name="TextBox 312">
              <a:extLst>
                <a:ext uri="{FF2B5EF4-FFF2-40B4-BE49-F238E27FC236}">
                  <a16:creationId xmlns:a16="http://schemas.microsoft.com/office/drawing/2014/main" id="{D0DAF6B8-35C0-2270-9B8A-E2FCB2E73D84}"/>
                </a:ext>
              </a:extLst>
            </p:cNvPr>
            <p:cNvSpPr txBox="1"/>
            <p:nvPr/>
          </p:nvSpPr>
          <p:spPr>
            <a:xfrm>
              <a:off x="1134091" y="3999966"/>
              <a:ext cx="49470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>
                  <a:latin typeface="Arial" panose="020B0604020202020204" pitchFamily="34" charset="0"/>
                  <a:cs typeface="Arial" panose="020B0604020202020204" pitchFamily="34" charset="0"/>
                </a:rPr>
                <a:t>=</a:t>
              </a:r>
              <a:endParaRPr lang="ko-KR" altLang="en-US" sz="1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4" name="TextBox 313">
              <a:extLst>
                <a:ext uri="{FF2B5EF4-FFF2-40B4-BE49-F238E27FC236}">
                  <a16:creationId xmlns:a16="http://schemas.microsoft.com/office/drawing/2014/main" id="{F0993BB5-1391-F8E1-F8FD-807A6063E5CC}"/>
                </a:ext>
              </a:extLst>
            </p:cNvPr>
            <p:cNvSpPr txBox="1"/>
            <p:nvPr/>
          </p:nvSpPr>
          <p:spPr>
            <a:xfrm>
              <a:off x="1700963" y="4032817"/>
              <a:ext cx="494704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dirty="0">
                  <a:latin typeface="Arial" panose="020B0604020202020204" pitchFamily="34" charset="0"/>
                  <a:cs typeface="Arial" panose="020B0604020202020204" pitchFamily="34" charset="0"/>
                </a:rPr>
                <a:t>+</a:t>
              </a:r>
              <a:endParaRPr lang="ko-KR" altLang="en-US" sz="8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5" name="TextBox 314">
              <a:extLst>
                <a:ext uri="{FF2B5EF4-FFF2-40B4-BE49-F238E27FC236}">
                  <a16:creationId xmlns:a16="http://schemas.microsoft.com/office/drawing/2014/main" id="{8D42F718-2BBB-5E53-016F-5F6FACB2A8C3}"/>
                </a:ext>
              </a:extLst>
            </p:cNvPr>
            <p:cNvSpPr txBox="1"/>
            <p:nvPr/>
          </p:nvSpPr>
          <p:spPr>
            <a:xfrm>
              <a:off x="2124311" y="4033302"/>
              <a:ext cx="494704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dirty="0">
                  <a:latin typeface="Arial" panose="020B0604020202020204" pitchFamily="34" charset="0"/>
                  <a:cs typeface="Arial" panose="020B0604020202020204" pitchFamily="34" charset="0"/>
                </a:rPr>
                <a:t>+</a:t>
              </a:r>
              <a:endParaRPr lang="ko-KR" altLang="en-US" sz="8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6" name="TextBox 315">
              <a:extLst>
                <a:ext uri="{FF2B5EF4-FFF2-40B4-BE49-F238E27FC236}">
                  <a16:creationId xmlns:a16="http://schemas.microsoft.com/office/drawing/2014/main" id="{96FF35B4-D844-C815-986C-3283B9CE6941}"/>
                </a:ext>
              </a:extLst>
            </p:cNvPr>
            <p:cNvSpPr txBox="1"/>
            <p:nvPr/>
          </p:nvSpPr>
          <p:spPr>
            <a:xfrm>
              <a:off x="2625737" y="4032817"/>
              <a:ext cx="494704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dirty="0">
                  <a:latin typeface="Arial" panose="020B0604020202020204" pitchFamily="34" charset="0"/>
                  <a:cs typeface="Arial" panose="020B0604020202020204" pitchFamily="34" charset="0"/>
                </a:rPr>
                <a:t>+</a:t>
              </a:r>
              <a:endParaRPr lang="ko-KR" altLang="en-US" sz="8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7" name="TextBox 316">
              <a:extLst>
                <a:ext uri="{FF2B5EF4-FFF2-40B4-BE49-F238E27FC236}">
                  <a16:creationId xmlns:a16="http://schemas.microsoft.com/office/drawing/2014/main" id="{350DA11A-2C1A-00A0-559F-BDD25ABADD55}"/>
                </a:ext>
              </a:extLst>
            </p:cNvPr>
            <p:cNvSpPr txBox="1"/>
            <p:nvPr/>
          </p:nvSpPr>
          <p:spPr>
            <a:xfrm>
              <a:off x="2375024" y="3967866"/>
              <a:ext cx="49470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>
                  <a:latin typeface="Arial" panose="020B0604020202020204" pitchFamily="34" charset="0"/>
                  <a:cs typeface="Arial" panose="020B0604020202020204" pitchFamily="34" charset="0"/>
                </a:rPr>
                <a:t>...</a:t>
              </a:r>
              <a:endParaRPr lang="ko-KR" altLang="en-US" sz="1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8" name="TextBox 317">
              <a:extLst>
                <a:ext uri="{FF2B5EF4-FFF2-40B4-BE49-F238E27FC236}">
                  <a16:creationId xmlns:a16="http://schemas.microsoft.com/office/drawing/2014/main" id="{98E64D4E-E985-1B5C-69F1-298289E8F7F8}"/>
                </a:ext>
              </a:extLst>
            </p:cNvPr>
            <p:cNvSpPr txBox="1"/>
            <p:nvPr/>
          </p:nvSpPr>
          <p:spPr>
            <a:xfrm>
              <a:off x="1187590" y="4303226"/>
              <a:ext cx="4947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>
                  <a:latin typeface="Arial" panose="020B0604020202020204" pitchFamily="34" charset="0"/>
                  <a:cs typeface="Arial" panose="020B0604020202020204" pitchFamily="34" charset="0"/>
                </a:rPr>
                <a:t>=</a:t>
              </a:r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9" name="TextBox 318">
              <a:extLst>
                <a:ext uri="{FF2B5EF4-FFF2-40B4-BE49-F238E27FC236}">
                  <a16:creationId xmlns:a16="http://schemas.microsoft.com/office/drawing/2014/main" id="{8628BE59-42D0-0D0A-7AE7-E58237A99F7D}"/>
                </a:ext>
              </a:extLst>
            </p:cNvPr>
            <p:cNvSpPr txBox="1"/>
            <p:nvPr/>
          </p:nvSpPr>
          <p:spPr>
            <a:xfrm>
              <a:off x="1688837" y="4368783"/>
              <a:ext cx="49470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>
                  <a:latin typeface="Arial" panose="020B0604020202020204" pitchFamily="34" charset="0"/>
                  <a:cs typeface="Arial" panose="020B0604020202020204" pitchFamily="34" charset="0"/>
                </a:rPr>
                <a:t>+</a:t>
              </a:r>
              <a:endParaRPr lang="ko-KR" altLang="en-US" sz="1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0" name="TextBox 319">
              <a:extLst>
                <a:ext uri="{FF2B5EF4-FFF2-40B4-BE49-F238E27FC236}">
                  <a16:creationId xmlns:a16="http://schemas.microsoft.com/office/drawing/2014/main" id="{1D95085C-622D-D872-4528-AFB638BFE7A8}"/>
                </a:ext>
              </a:extLst>
            </p:cNvPr>
            <p:cNvSpPr txBox="1"/>
            <p:nvPr/>
          </p:nvSpPr>
          <p:spPr>
            <a:xfrm>
              <a:off x="2143363" y="4366710"/>
              <a:ext cx="49470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>
                  <a:latin typeface="Arial" panose="020B0604020202020204" pitchFamily="34" charset="0"/>
                  <a:cs typeface="Arial" panose="020B0604020202020204" pitchFamily="34" charset="0"/>
                </a:rPr>
                <a:t>+</a:t>
              </a:r>
              <a:endParaRPr lang="ko-KR" altLang="en-US" sz="1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1" name="TextBox 320">
              <a:extLst>
                <a:ext uri="{FF2B5EF4-FFF2-40B4-BE49-F238E27FC236}">
                  <a16:creationId xmlns:a16="http://schemas.microsoft.com/office/drawing/2014/main" id="{CD6AB1EC-5A1A-47B0-0349-672876F53776}"/>
                </a:ext>
              </a:extLst>
            </p:cNvPr>
            <p:cNvSpPr txBox="1"/>
            <p:nvPr/>
          </p:nvSpPr>
          <p:spPr>
            <a:xfrm>
              <a:off x="2478696" y="4366710"/>
              <a:ext cx="49470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>
                  <a:latin typeface="Arial" panose="020B0604020202020204" pitchFamily="34" charset="0"/>
                  <a:cs typeface="Arial" panose="020B0604020202020204" pitchFamily="34" charset="0"/>
                </a:rPr>
                <a:t>+</a:t>
              </a:r>
              <a:endParaRPr lang="ko-KR" altLang="en-US" sz="1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2" name="TextBox 321">
              <a:extLst>
                <a:ext uri="{FF2B5EF4-FFF2-40B4-BE49-F238E27FC236}">
                  <a16:creationId xmlns:a16="http://schemas.microsoft.com/office/drawing/2014/main" id="{9DA45D9D-DB55-5B11-1B12-4252CB9D9884}"/>
                </a:ext>
              </a:extLst>
            </p:cNvPr>
            <p:cNvSpPr txBox="1"/>
            <p:nvPr/>
          </p:nvSpPr>
          <p:spPr>
            <a:xfrm>
              <a:off x="2311029" y="4316981"/>
              <a:ext cx="49470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>
                  <a:latin typeface="Arial" panose="020B0604020202020204" pitchFamily="34" charset="0"/>
                  <a:cs typeface="Arial" panose="020B0604020202020204" pitchFamily="34" charset="0"/>
                </a:rPr>
                <a:t>...</a:t>
              </a:r>
              <a:endParaRPr lang="ko-KR" altLang="en-US" sz="1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3" name="TextBox 322">
              <a:extLst>
                <a:ext uri="{FF2B5EF4-FFF2-40B4-BE49-F238E27FC236}">
                  <a16:creationId xmlns:a16="http://schemas.microsoft.com/office/drawing/2014/main" id="{5651BC82-8789-3433-1EB8-D4CF4570327B}"/>
                </a:ext>
              </a:extLst>
            </p:cNvPr>
            <p:cNvSpPr txBox="1"/>
            <p:nvPr/>
          </p:nvSpPr>
          <p:spPr>
            <a:xfrm>
              <a:off x="1556649" y="4397055"/>
              <a:ext cx="350462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700" b="1">
                  <a:latin typeface="Arial" panose="020B0604020202020204" pitchFamily="34" charset="0"/>
                  <a:cs typeface="Arial" panose="020B0604020202020204" pitchFamily="34" charset="0"/>
                </a:rPr>
                <a:t>r</a:t>
              </a:r>
              <a:r>
                <a:rPr lang="en-US" altLang="ko-KR" sz="700" b="1" baseline="-25000"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  <a:endParaRPr lang="ko-KR" altLang="en-US" sz="700" b="1" baseline="-25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5" name="TextBox 324">
              <a:extLst>
                <a:ext uri="{FF2B5EF4-FFF2-40B4-BE49-F238E27FC236}">
                  <a16:creationId xmlns:a16="http://schemas.microsoft.com/office/drawing/2014/main" id="{FDEE149B-AF80-995F-364C-7B30804AC7FF}"/>
                </a:ext>
              </a:extLst>
            </p:cNvPr>
            <p:cNvSpPr txBox="1"/>
            <p:nvPr/>
          </p:nvSpPr>
          <p:spPr>
            <a:xfrm>
              <a:off x="1989519" y="4397055"/>
              <a:ext cx="350462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700" b="1">
                  <a:latin typeface="Arial" panose="020B0604020202020204" pitchFamily="34" charset="0"/>
                  <a:cs typeface="Arial" panose="020B0604020202020204" pitchFamily="34" charset="0"/>
                </a:rPr>
                <a:t>r</a:t>
              </a:r>
              <a:r>
                <a:rPr lang="en-US" altLang="ko-KR" sz="700" b="1" baseline="-25000"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endParaRPr lang="ko-KR" altLang="en-US" sz="700" b="1" baseline="-25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6" name="TextBox 325">
              <a:extLst>
                <a:ext uri="{FF2B5EF4-FFF2-40B4-BE49-F238E27FC236}">
                  <a16:creationId xmlns:a16="http://schemas.microsoft.com/office/drawing/2014/main" id="{61428639-B5CC-A1E6-6E44-E2F3756D6E2B}"/>
                </a:ext>
              </a:extLst>
            </p:cNvPr>
            <p:cNvSpPr txBox="1"/>
            <p:nvPr/>
          </p:nvSpPr>
          <p:spPr>
            <a:xfrm>
              <a:off x="2883383" y="4397055"/>
              <a:ext cx="398292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700" b="1">
                  <a:latin typeface="Arial" panose="020B0604020202020204" pitchFamily="34" charset="0"/>
                  <a:cs typeface="Arial" panose="020B0604020202020204" pitchFamily="34" charset="0"/>
                </a:rPr>
                <a:t>r</a:t>
              </a:r>
              <a:r>
                <a:rPr lang="en-US" altLang="ko-KR" sz="700" b="1" baseline="-25000">
                  <a:latin typeface="Arial" panose="020B0604020202020204" pitchFamily="34" charset="0"/>
                  <a:cs typeface="Arial" panose="020B0604020202020204" pitchFamily="34" charset="0"/>
                </a:rPr>
                <a:t>N</a:t>
              </a:r>
              <a:endParaRPr lang="ko-KR" altLang="en-US" sz="700" b="1" baseline="-25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7" name="타원 326">
              <a:extLst>
                <a:ext uri="{FF2B5EF4-FFF2-40B4-BE49-F238E27FC236}">
                  <a16:creationId xmlns:a16="http://schemas.microsoft.com/office/drawing/2014/main" id="{B181EBE0-6235-0BAD-FFA9-4EE0646CA76B}"/>
                </a:ext>
              </a:extLst>
            </p:cNvPr>
            <p:cNvSpPr/>
            <p:nvPr/>
          </p:nvSpPr>
          <p:spPr>
            <a:xfrm>
              <a:off x="859275" y="4365146"/>
              <a:ext cx="272853" cy="272853"/>
            </a:xfrm>
            <a:prstGeom prst="ellipse">
              <a:avLst/>
            </a:prstGeom>
            <a:noFill/>
            <a:ln w="6350"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28" name="타원 327">
              <a:extLst>
                <a:ext uri="{FF2B5EF4-FFF2-40B4-BE49-F238E27FC236}">
                  <a16:creationId xmlns:a16="http://schemas.microsoft.com/office/drawing/2014/main" id="{C31A5A68-F7BF-96CF-D861-A345DF9C7DB2}"/>
                </a:ext>
              </a:extLst>
            </p:cNvPr>
            <p:cNvSpPr/>
            <p:nvPr/>
          </p:nvSpPr>
          <p:spPr>
            <a:xfrm>
              <a:off x="840901" y="4346772"/>
              <a:ext cx="309600" cy="309600"/>
            </a:xfrm>
            <a:prstGeom prst="ellipse">
              <a:avLst/>
            </a:prstGeom>
            <a:noFill/>
            <a:ln w="6350"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29" name="타원 328">
              <a:extLst>
                <a:ext uri="{FF2B5EF4-FFF2-40B4-BE49-F238E27FC236}">
                  <a16:creationId xmlns:a16="http://schemas.microsoft.com/office/drawing/2014/main" id="{ED6D1C4E-8AA5-90B3-A252-703707B0C324}"/>
                </a:ext>
              </a:extLst>
            </p:cNvPr>
            <p:cNvSpPr/>
            <p:nvPr/>
          </p:nvSpPr>
          <p:spPr>
            <a:xfrm>
              <a:off x="710049" y="4221336"/>
              <a:ext cx="571304" cy="560472"/>
            </a:xfrm>
            <a:prstGeom prst="ellipse">
              <a:avLst/>
            </a:prstGeom>
            <a:noFill/>
            <a:ln w="6350"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30" name="타원 329">
              <a:extLst>
                <a:ext uri="{FF2B5EF4-FFF2-40B4-BE49-F238E27FC236}">
                  <a16:creationId xmlns:a16="http://schemas.microsoft.com/office/drawing/2014/main" id="{00BBD9C2-C889-3145-E219-08D367890D39}"/>
                </a:ext>
              </a:extLst>
            </p:cNvPr>
            <p:cNvSpPr/>
            <p:nvPr/>
          </p:nvSpPr>
          <p:spPr>
            <a:xfrm>
              <a:off x="822901" y="4328772"/>
              <a:ext cx="345600" cy="345600"/>
            </a:xfrm>
            <a:prstGeom prst="ellipse">
              <a:avLst/>
            </a:prstGeom>
            <a:noFill/>
            <a:ln w="6350"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31" name="TextBox 330">
              <a:extLst>
                <a:ext uri="{FF2B5EF4-FFF2-40B4-BE49-F238E27FC236}">
                  <a16:creationId xmlns:a16="http://schemas.microsoft.com/office/drawing/2014/main" id="{0307F82A-86E3-931D-DF13-E1E6809399DA}"/>
                </a:ext>
              </a:extLst>
            </p:cNvPr>
            <p:cNvSpPr txBox="1"/>
            <p:nvPr/>
          </p:nvSpPr>
          <p:spPr>
            <a:xfrm rot="19046009">
              <a:off x="1023784" y="4230902"/>
              <a:ext cx="257962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>
                  <a:latin typeface="Arial" panose="020B0604020202020204" pitchFamily="34" charset="0"/>
                  <a:cs typeface="Arial" panose="020B0604020202020204" pitchFamily="34" charset="0"/>
                </a:rPr>
                <a:t>...</a:t>
              </a:r>
              <a:endParaRPr lang="ko-KR" altLang="en-US" sz="8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85" name="TextBox 384">
              <a:extLst>
                <a:ext uri="{FF2B5EF4-FFF2-40B4-BE49-F238E27FC236}">
                  <a16:creationId xmlns:a16="http://schemas.microsoft.com/office/drawing/2014/main" id="{D8F9601B-D021-F693-AB9E-3399E894C53D}"/>
                </a:ext>
              </a:extLst>
            </p:cNvPr>
            <p:cNvSpPr txBox="1"/>
            <p:nvPr/>
          </p:nvSpPr>
          <p:spPr>
            <a:xfrm>
              <a:off x="625200" y="4777741"/>
              <a:ext cx="75624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700">
                  <a:latin typeface="Arial" panose="020B0604020202020204" pitchFamily="34" charset="0"/>
                  <a:cs typeface="Arial" panose="020B0604020202020204" pitchFamily="34" charset="0"/>
                </a:rPr>
                <a:t>CTN charge</a:t>
              </a:r>
              <a:endParaRPr lang="ko-KR" altLang="en-US" sz="7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86" name="TextBox 385">
              <a:extLst>
                <a:ext uri="{FF2B5EF4-FFF2-40B4-BE49-F238E27FC236}">
                  <a16:creationId xmlns:a16="http://schemas.microsoft.com/office/drawing/2014/main" id="{09685877-1FB1-2AAA-7B52-D06BA18CE6A6}"/>
                </a:ext>
              </a:extLst>
            </p:cNvPr>
            <p:cNvSpPr txBox="1"/>
            <p:nvPr/>
          </p:nvSpPr>
          <p:spPr>
            <a:xfrm>
              <a:off x="1563412" y="4734879"/>
              <a:ext cx="970554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>
                  <a:latin typeface="Arial" panose="020B0604020202020204" pitchFamily="34" charset="0"/>
                  <a:cs typeface="Arial" panose="020B0604020202020204" pitchFamily="34" charset="0"/>
                </a:rPr>
                <a:t>ΔQ</a:t>
              </a:r>
              <a:r>
                <a:rPr lang="en-US" altLang="ko-KR" sz="800" baseline="-25000">
                  <a:latin typeface="Arial" panose="020B0604020202020204" pitchFamily="34" charset="0"/>
                  <a:cs typeface="Arial" panose="020B0604020202020204" pitchFamily="34" charset="0"/>
                </a:rPr>
                <a:t>i</a:t>
              </a:r>
              <a:r>
                <a:rPr lang="en-US" altLang="ko-KR" sz="800">
                  <a:latin typeface="Arial" panose="020B0604020202020204" pitchFamily="34" charset="0"/>
                  <a:cs typeface="Arial" panose="020B0604020202020204" pitchFamily="34" charset="0"/>
                </a:rPr>
                <a:t> = </a:t>
              </a:r>
              <a:r>
                <a:rPr lang="en-US" altLang="ko-KR" sz="800">
                  <a:latin typeface="Times New Roman" panose="02020603050405020304" pitchFamily="18" charset="0"/>
                  <a:cs typeface="Times New Roman" panose="02020603050405020304" pitchFamily="18" charset="0"/>
                </a:rPr>
                <a:t>π</a:t>
              </a:r>
              <a:r>
                <a:rPr lang="en-US" altLang="ko-KR" sz="800">
                  <a:latin typeface="Arial" panose="020B0604020202020204" pitchFamily="34" charset="0"/>
                  <a:cs typeface="Arial" panose="020B0604020202020204" pitchFamily="34" charset="0"/>
                </a:rPr>
                <a:t>r</a:t>
              </a:r>
              <a:r>
                <a:rPr lang="en-US" altLang="ko-KR" sz="800" baseline="-25000">
                  <a:latin typeface="Arial" panose="020B0604020202020204" pitchFamily="34" charset="0"/>
                  <a:cs typeface="Arial" panose="020B0604020202020204" pitchFamily="34" charset="0"/>
                </a:rPr>
                <a:t>i</a:t>
              </a:r>
              <a:r>
                <a:rPr lang="en-US" altLang="ko-KR" sz="800" baseline="3000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r>
                <a:rPr lang="en-US" altLang="ko-KR" sz="800">
                  <a:latin typeface="Arial" panose="020B0604020202020204" pitchFamily="34" charset="0"/>
                  <a:cs typeface="Arial" panose="020B0604020202020204" pitchFamily="34" charset="0"/>
                </a:rPr>
                <a:t>(n</a:t>
              </a:r>
              <a:r>
                <a:rPr lang="en-US" altLang="ko-KR" sz="800" baseline="-25000">
                  <a:latin typeface="Arial" panose="020B0604020202020204" pitchFamily="34" charset="0"/>
                  <a:cs typeface="Arial" panose="020B0604020202020204" pitchFamily="34" charset="0"/>
                </a:rPr>
                <a:t>t,i+1</a:t>
              </a:r>
              <a:r>
                <a:rPr lang="en-US" altLang="ko-KR" sz="800">
                  <a:latin typeface="Arial" panose="020B0604020202020204" pitchFamily="34" charset="0"/>
                  <a:cs typeface="Arial" panose="020B0604020202020204" pitchFamily="34" charset="0"/>
                </a:rPr>
                <a:t>-n</a:t>
              </a:r>
              <a:r>
                <a:rPr lang="en-US" altLang="ko-KR" sz="800" baseline="-25000">
                  <a:latin typeface="Arial" panose="020B0604020202020204" pitchFamily="34" charset="0"/>
                  <a:cs typeface="Arial" panose="020B0604020202020204" pitchFamily="34" charset="0"/>
                </a:rPr>
                <a:t>t,i</a:t>
              </a:r>
              <a:r>
                <a:rPr lang="en-US" altLang="ko-KR" sz="800">
                  <a:latin typeface="Arial" panose="020B0604020202020204" pitchFamily="34" charset="0"/>
                  <a:cs typeface="Arial" panose="020B0604020202020204" pitchFamily="34" charset="0"/>
                </a:rPr>
                <a:t>)</a:t>
              </a:r>
              <a:endParaRPr lang="ko-KR" altLang="en-US" sz="8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99" name="TextBox 598">
              <a:extLst>
                <a:ext uri="{FF2B5EF4-FFF2-40B4-BE49-F238E27FC236}">
                  <a16:creationId xmlns:a16="http://schemas.microsoft.com/office/drawing/2014/main" id="{36BF4E26-0AB0-A0E6-45A8-D3FECD0F0D75}"/>
                </a:ext>
              </a:extLst>
            </p:cNvPr>
            <p:cNvSpPr txBox="1"/>
            <p:nvPr/>
          </p:nvSpPr>
          <p:spPr>
            <a:xfrm>
              <a:off x="2491079" y="4843367"/>
              <a:ext cx="62936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>
                  <a:latin typeface="Arial" panose="020B0604020202020204" pitchFamily="34" charset="0"/>
                  <a:cs typeface="Arial" panose="020B0604020202020204" pitchFamily="34" charset="0"/>
                </a:rPr>
                <a:t>n</a:t>
              </a:r>
              <a:r>
                <a:rPr lang="en-US" altLang="ko-KR" sz="800" baseline="-25000">
                  <a:latin typeface="Arial" panose="020B0604020202020204" pitchFamily="34" charset="0"/>
                  <a:cs typeface="Arial" panose="020B0604020202020204" pitchFamily="34" charset="0"/>
                </a:rPr>
                <a:t>t,0</a:t>
              </a:r>
              <a:r>
                <a:rPr lang="en-US" altLang="ko-KR" sz="800">
                  <a:latin typeface="Arial" panose="020B0604020202020204" pitchFamily="34" charset="0"/>
                  <a:cs typeface="Arial" panose="020B0604020202020204" pitchFamily="34" charset="0"/>
                </a:rPr>
                <a:t> = 0</a:t>
              </a:r>
            </a:p>
            <a:p>
              <a:r>
                <a:rPr lang="en-US" altLang="ko-KR" sz="800">
                  <a:latin typeface="Arial" panose="020B0604020202020204" pitchFamily="34" charset="0"/>
                  <a:cs typeface="Arial" panose="020B0604020202020204" pitchFamily="34" charset="0"/>
                </a:rPr>
                <a:t>n</a:t>
              </a:r>
              <a:r>
                <a:rPr lang="en-US" altLang="ko-KR" sz="800" baseline="-25000">
                  <a:latin typeface="Arial" panose="020B0604020202020204" pitchFamily="34" charset="0"/>
                  <a:cs typeface="Arial" panose="020B0604020202020204" pitchFamily="34" charset="0"/>
                </a:rPr>
                <a:t>t,N+1</a:t>
              </a:r>
              <a:r>
                <a:rPr lang="en-US" altLang="ko-KR" sz="800">
                  <a:latin typeface="Arial" panose="020B0604020202020204" pitchFamily="34" charset="0"/>
                  <a:cs typeface="Arial" panose="020B0604020202020204" pitchFamily="34" charset="0"/>
                </a:rPr>
                <a:t> = 0</a:t>
              </a:r>
              <a:endParaRPr lang="ko-KR" altLang="en-US" sz="8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01" name="TextBox 600">
              <a:extLst>
                <a:ext uri="{FF2B5EF4-FFF2-40B4-BE49-F238E27FC236}">
                  <a16:creationId xmlns:a16="http://schemas.microsoft.com/office/drawing/2014/main" id="{122CFB43-F7D9-3B17-5B0D-F69694AD368F}"/>
                </a:ext>
              </a:extLst>
            </p:cNvPr>
            <p:cNvSpPr txBox="1"/>
            <p:nvPr/>
          </p:nvSpPr>
          <p:spPr>
            <a:xfrm>
              <a:off x="1690208" y="4920495"/>
              <a:ext cx="857565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800">
                  <a:latin typeface="Arial" panose="020B0604020202020204" pitchFamily="34" charset="0"/>
                  <a:cs typeface="Arial" panose="020B0604020202020204" pitchFamily="34" charset="0"/>
                </a:rPr>
                <a:t>where, i=1-N</a:t>
              </a:r>
              <a:endParaRPr lang="ko-KR" altLang="en-US" sz="8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00" name="왼쪽 중괄호 599">
              <a:extLst>
                <a:ext uri="{FF2B5EF4-FFF2-40B4-BE49-F238E27FC236}">
                  <a16:creationId xmlns:a16="http://schemas.microsoft.com/office/drawing/2014/main" id="{0B06AF7A-5F21-E240-86AA-5AFE821B1850}"/>
                </a:ext>
              </a:extLst>
            </p:cNvPr>
            <p:cNvSpPr/>
            <p:nvPr/>
          </p:nvSpPr>
          <p:spPr>
            <a:xfrm>
              <a:off x="2504776" y="4937390"/>
              <a:ext cx="61691" cy="200055"/>
            </a:xfrm>
            <a:prstGeom prst="leftBrace">
              <a:avLst>
                <a:gd name="adj1" fmla="val 36719"/>
                <a:gd name="adj2" fmla="val 50000"/>
              </a:avLst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59BBE540-BF13-CF0B-2A8C-58D0D51BFF84}"/>
              </a:ext>
            </a:extLst>
          </p:cNvPr>
          <p:cNvGrpSpPr/>
          <p:nvPr/>
        </p:nvGrpSpPr>
        <p:grpSpPr>
          <a:xfrm>
            <a:off x="424534" y="1908234"/>
            <a:ext cx="996615" cy="1878162"/>
            <a:chOff x="424534" y="1834037"/>
            <a:chExt cx="996615" cy="1878162"/>
          </a:xfrm>
        </p:grpSpPr>
        <p:grpSp>
          <p:nvGrpSpPr>
            <p:cNvPr id="10" name="그룹 9">
              <a:extLst>
                <a:ext uri="{FF2B5EF4-FFF2-40B4-BE49-F238E27FC236}">
                  <a16:creationId xmlns:a16="http://schemas.microsoft.com/office/drawing/2014/main" id="{101F3636-4174-80B0-043F-2FCE2F5AAA31}"/>
                </a:ext>
              </a:extLst>
            </p:cNvPr>
            <p:cNvGrpSpPr/>
            <p:nvPr/>
          </p:nvGrpSpPr>
          <p:grpSpPr>
            <a:xfrm>
              <a:off x="424534" y="1834037"/>
              <a:ext cx="996615" cy="1740582"/>
              <a:chOff x="424534" y="1834037"/>
              <a:chExt cx="996615" cy="1740582"/>
            </a:xfrm>
          </p:grpSpPr>
          <p:pic>
            <p:nvPicPr>
              <p:cNvPr id="3" name="그림 2" descr="직사각형, 스크린샷, 다채로움, 라인이(가) 표시된 사진&#10;&#10;AI 생성 콘텐츠는 정확하지 않을 수 있습니다.">
                <a:extLst>
                  <a:ext uri="{FF2B5EF4-FFF2-40B4-BE49-F238E27FC236}">
                    <a16:creationId xmlns:a16="http://schemas.microsoft.com/office/drawing/2014/main" id="{815349AB-6D22-3FA0-F71E-BBA9F08AE62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8"/>
              <a:srcRect l="3428" t="5993" r="1651" b="26690"/>
              <a:stretch>
                <a:fillRect/>
              </a:stretch>
            </p:blipFill>
            <p:spPr>
              <a:xfrm rot="16200000">
                <a:off x="277617" y="2637021"/>
                <a:ext cx="1252919" cy="622278"/>
              </a:xfrm>
              <a:prstGeom prst="rect">
                <a:avLst/>
              </a:prstGeom>
            </p:spPr>
          </p:pic>
          <p:sp>
            <p:nvSpPr>
              <p:cNvPr id="243" name="TextBox 242">
                <a:extLst>
                  <a:ext uri="{FF2B5EF4-FFF2-40B4-BE49-F238E27FC236}">
                    <a16:creationId xmlns:a16="http://schemas.microsoft.com/office/drawing/2014/main" id="{D0F780A2-36A6-2D2E-078C-D8A480A1B324}"/>
                  </a:ext>
                </a:extLst>
              </p:cNvPr>
              <p:cNvSpPr txBox="1"/>
              <p:nvPr/>
            </p:nvSpPr>
            <p:spPr>
              <a:xfrm>
                <a:off x="424534" y="1834037"/>
                <a:ext cx="360492" cy="200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7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(a)</a:t>
                </a:r>
                <a:endParaRPr lang="ko-KR" altLang="en-US" sz="7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367" name="직선 연결선 366">
                <a:extLst>
                  <a:ext uri="{FF2B5EF4-FFF2-40B4-BE49-F238E27FC236}">
                    <a16:creationId xmlns:a16="http://schemas.microsoft.com/office/drawing/2014/main" id="{5EE1AD37-D1C0-EF99-596B-E8BC49960E6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85731" y="2053588"/>
                <a:ext cx="0" cy="921734"/>
              </a:xfrm>
              <a:prstGeom prst="line">
                <a:avLst/>
              </a:prstGeom>
              <a:ln w="6350"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68" name="화살표: 오른쪽으로 구부러짐 367">
                <a:extLst>
                  <a:ext uri="{FF2B5EF4-FFF2-40B4-BE49-F238E27FC236}">
                    <a16:creationId xmlns:a16="http://schemas.microsoft.com/office/drawing/2014/main" id="{F3FCDA9C-A61C-6509-9EFA-85A141987B44}"/>
                  </a:ext>
                </a:extLst>
              </p:cNvPr>
              <p:cNvSpPr/>
              <p:nvPr/>
            </p:nvSpPr>
            <p:spPr>
              <a:xfrm flipH="1">
                <a:off x="557157" y="2071691"/>
                <a:ext cx="95246" cy="88007"/>
              </a:xfrm>
              <a:prstGeom prst="curvedRightArrow">
                <a:avLst>
                  <a:gd name="adj1" fmla="val 23009"/>
                  <a:gd name="adj2" fmla="val 50000"/>
                  <a:gd name="adj3" fmla="val 2500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71" name="TextBox 370">
                <a:extLst>
                  <a:ext uri="{FF2B5EF4-FFF2-40B4-BE49-F238E27FC236}">
                    <a16:creationId xmlns:a16="http://schemas.microsoft.com/office/drawing/2014/main" id="{F057011A-587E-0EF3-A6ED-6A1D9EFA9842}"/>
                  </a:ext>
                </a:extLst>
              </p:cNvPr>
              <p:cNvSpPr txBox="1"/>
              <p:nvPr/>
            </p:nvSpPr>
            <p:spPr>
              <a:xfrm>
                <a:off x="591638" y="2001413"/>
                <a:ext cx="709170" cy="200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700" dirty="0">
                    <a:latin typeface="Arial" panose="020B0604020202020204" pitchFamily="34" charset="0"/>
                    <a:cs typeface="Arial" panose="020B0604020202020204" pitchFamily="34" charset="0"/>
                  </a:rPr>
                  <a:t>Cylindrical</a:t>
                </a:r>
                <a:endParaRPr lang="ko-KR" altLang="en-US" sz="7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370" name="직선 연결선 369">
                <a:extLst>
                  <a:ext uri="{FF2B5EF4-FFF2-40B4-BE49-F238E27FC236}">
                    <a16:creationId xmlns:a16="http://schemas.microsoft.com/office/drawing/2014/main" id="{DE874BF3-ABE9-3A1F-075C-2F16D7AC32D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00010" y="2930382"/>
                <a:ext cx="921139" cy="0"/>
              </a:xfrm>
              <a:prstGeom prst="line">
                <a:avLst/>
              </a:prstGeom>
              <a:ln w="12700">
                <a:solidFill>
                  <a:schemeClr val="tx1"/>
                </a:solidFill>
                <a:prstDash val="sys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BACB668A-DC99-22CA-1C9F-1A44A8FA6713}"/>
                </a:ext>
              </a:extLst>
            </p:cNvPr>
            <p:cNvSpPr txBox="1"/>
            <p:nvPr/>
          </p:nvSpPr>
          <p:spPr>
            <a:xfrm rot="5400000">
              <a:off x="538189" y="3406290"/>
              <a:ext cx="335809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600">
                  <a:latin typeface="Arial" panose="020B0604020202020204" pitchFamily="34" charset="0"/>
                  <a:cs typeface="Arial" panose="020B0604020202020204" pitchFamily="34" charset="0"/>
                </a:rPr>
                <a:t>filler</a:t>
              </a:r>
              <a:endParaRPr lang="ko-KR" altLang="en-US" sz="6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102CD1BE-121D-C9C1-6E5A-734EF365DAB9}"/>
                </a:ext>
              </a:extLst>
            </p:cNvPr>
            <p:cNvSpPr txBox="1"/>
            <p:nvPr/>
          </p:nvSpPr>
          <p:spPr>
            <a:xfrm rot="5400000">
              <a:off x="663221" y="3429126"/>
              <a:ext cx="335809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60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Ch</a:t>
              </a:r>
              <a:endParaRPr lang="ko-KR" altLang="en-US" sz="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B8803257-969C-10D0-3645-B5D67385FFA6}"/>
                </a:ext>
              </a:extLst>
            </p:cNvPr>
            <p:cNvSpPr txBox="1"/>
            <p:nvPr/>
          </p:nvSpPr>
          <p:spPr>
            <a:xfrm>
              <a:off x="767830" y="3527533"/>
              <a:ext cx="415044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600">
                  <a:latin typeface="Arial" panose="020B0604020202020204" pitchFamily="34" charset="0"/>
                  <a:cs typeface="Arial" panose="020B0604020202020204" pitchFamily="34" charset="0"/>
                </a:rPr>
                <a:t>O/N/O</a:t>
              </a:r>
              <a:endParaRPr lang="ko-KR" altLang="en-US" sz="6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33" name="TextBox 232">
            <a:extLst>
              <a:ext uri="{FF2B5EF4-FFF2-40B4-BE49-F238E27FC236}">
                <a16:creationId xmlns:a16="http://schemas.microsoft.com/office/drawing/2014/main" id="{B5669FF4-8FE8-D49A-309F-D19A6356FB50}"/>
              </a:ext>
            </a:extLst>
          </p:cNvPr>
          <p:cNvSpPr txBox="1"/>
          <p:nvPr/>
        </p:nvSpPr>
        <p:spPr>
          <a:xfrm>
            <a:off x="1765101" y="2513031"/>
            <a:ext cx="4072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/>
              <a:t>t</a:t>
            </a:r>
            <a:r>
              <a:rPr lang="en-US" altLang="ko-KR" sz="800" baseline="-25000"/>
              <a:t>TOX</a:t>
            </a:r>
            <a:endParaRPr lang="ko-KR" altLang="en-US" sz="800" baseline="-25000"/>
          </a:p>
        </p:txBody>
      </p:sp>
      <p:cxnSp>
        <p:nvCxnSpPr>
          <p:cNvPr id="287" name="직선 화살표 연결선 286">
            <a:extLst>
              <a:ext uri="{FF2B5EF4-FFF2-40B4-BE49-F238E27FC236}">
                <a16:creationId xmlns:a16="http://schemas.microsoft.com/office/drawing/2014/main" id="{23AE9215-3390-736E-3B2A-0DF99148D69E}"/>
              </a:ext>
            </a:extLst>
          </p:cNvPr>
          <p:cNvCxnSpPr>
            <a:cxnSpLocks/>
          </p:cNvCxnSpPr>
          <p:nvPr/>
        </p:nvCxnSpPr>
        <p:spPr>
          <a:xfrm>
            <a:off x="1820513" y="2695017"/>
            <a:ext cx="305152" cy="0"/>
          </a:xfrm>
          <a:prstGeom prst="straightConnector1">
            <a:avLst/>
          </a:prstGeom>
          <a:ln w="9525">
            <a:solidFill>
              <a:schemeClr val="tx1"/>
            </a:solidFill>
            <a:headEnd type="triangl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1" name="직선 화살표 연결선 290">
            <a:extLst>
              <a:ext uri="{FF2B5EF4-FFF2-40B4-BE49-F238E27FC236}">
                <a16:creationId xmlns:a16="http://schemas.microsoft.com/office/drawing/2014/main" id="{62A9125C-86CA-D44C-8A8D-45A950A35A69}"/>
              </a:ext>
            </a:extLst>
          </p:cNvPr>
          <p:cNvCxnSpPr>
            <a:cxnSpLocks/>
          </p:cNvCxnSpPr>
          <p:nvPr/>
        </p:nvCxnSpPr>
        <p:spPr>
          <a:xfrm>
            <a:off x="2890246" y="2695017"/>
            <a:ext cx="347424" cy="0"/>
          </a:xfrm>
          <a:prstGeom prst="straightConnector1">
            <a:avLst/>
          </a:prstGeom>
          <a:ln w="9525">
            <a:solidFill>
              <a:schemeClr val="tx1"/>
            </a:solidFill>
            <a:headEnd type="triangl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6" name="직선 연결선 295">
            <a:extLst>
              <a:ext uri="{FF2B5EF4-FFF2-40B4-BE49-F238E27FC236}">
                <a16:creationId xmlns:a16="http://schemas.microsoft.com/office/drawing/2014/main" id="{7C914B9B-D90D-89E7-DD21-65FB665DFE9C}"/>
              </a:ext>
            </a:extLst>
          </p:cNvPr>
          <p:cNvCxnSpPr>
            <a:cxnSpLocks/>
          </p:cNvCxnSpPr>
          <p:nvPr/>
        </p:nvCxnSpPr>
        <p:spPr>
          <a:xfrm>
            <a:off x="1815602" y="2505600"/>
            <a:ext cx="0" cy="490013"/>
          </a:xfrm>
          <a:prstGeom prst="line">
            <a:avLst/>
          </a:prstGeom>
          <a:ln w="6350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2" name="직선 연결선 301">
            <a:extLst>
              <a:ext uri="{FF2B5EF4-FFF2-40B4-BE49-F238E27FC236}">
                <a16:creationId xmlns:a16="http://schemas.microsoft.com/office/drawing/2014/main" id="{25614B1E-D924-FF59-2058-CE44C3AB085C}"/>
              </a:ext>
            </a:extLst>
          </p:cNvPr>
          <p:cNvCxnSpPr>
            <a:cxnSpLocks/>
          </p:cNvCxnSpPr>
          <p:nvPr/>
        </p:nvCxnSpPr>
        <p:spPr>
          <a:xfrm>
            <a:off x="3237670" y="2543350"/>
            <a:ext cx="0" cy="490013"/>
          </a:xfrm>
          <a:prstGeom prst="line">
            <a:avLst/>
          </a:prstGeom>
          <a:ln w="6350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6" name="TextBox 305">
            <a:extLst>
              <a:ext uri="{FF2B5EF4-FFF2-40B4-BE49-F238E27FC236}">
                <a16:creationId xmlns:a16="http://schemas.microsoft.com/office/drawing/2014/main" id="{D4200685-AE27-08CE-461E-792236B2B752}"/>
              </a:ext>
            </a:extLst>
          </p:cNvPr>
          <p:cNvSpPr txBox="1"/>
          <p:nvPr/>
        </p:nvSpPr>
        <p:spPr>
          <a:xfrm>
            <a:off x="2860309" y="2513031"/>
            <a:ext cx="4072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/>
              <a:t>t</a:t>
            </a:r>
            <a:r>
              <a:rPr lang="en-US" altLang="ko-KR" sz="800" baseline="-25000"/>
              <a:t>BOX</a:t>
            </a:r>
            <a:endParaRPr lang="ko-KR" altLang="en-US" sz="800" baseline="-25000"/>
          </a:p>
        </p:txBody>
      </p:sp>
      <p:cxnSp>
        <p:nvCxnSpPr>
          <p:cNvPr id="387" name="직선 연결선 386">
            <a:extLst>
              <a:ext uri="{FF2B5EF4-FFF2-40B4-BE49-F238E27FC236}">
                <a16:creationId xmlns:a16="http://schemas.microsoft.com/office/drawing/2014/main" id="{C991E36E-97A7-AED4-A89A-9285F71505C4}"/>
              </a:ext>
            </a:extLst>
          </p:cNvPr>
          <p:cNvCxnSpPr>
            <a:cxnSpLocks/>
          </p:cNvCxnSpPr>
          <p:nvPr/>
        </p:nvCxnSpPr>
        <p:spPr>
          <a:xfrm flipV="1">
            <a:off x="1345435" y="3005139"/>
            <a:ext cx="473379" cy="388142"/>
          </a:xfrm>
          <a:prstGeom prst="line">
            <a:avLst/>
          </a:prstGeom>
          <a:ln w="3175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0" name="직선 연결선 389">
            <a:extLst>
              <a:ext uri="{FF2B5EF4-FFF2-40B4-BE49-F238E27FC236}">
                <a16:creationId xmlns:a16="http://schemas.microsoft.com/office/drawing/2014/main" id="{04D00524-3752-E0B4-8703-2D743D5364DA}"/>
              </a:ext>
            </a:extLst>
          </p:cNvPr>
          <p:cNvCxnSpPr>
            <a:cxnSpLocks/>
          </p:cNvCxnSpPr>
          <p:nvPr/>
        </p:nvCxnSpPr>
        <p:spPr>
          <a:xfrm flipV="1">
            <a:off x="1800738" y="2995613"/>
            <a:ext cx="323633" cy="409060"/>
          </a:xfrm>
          <a:prstGeom prst="line">
            <a:avLst/>
          </a:prstGeom>
          <a:ln w="3175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1" name="직선 연결선 440">
            <a:extLst>
              <a:ext uri="{FF2B5EF4-FFF2-40B4-BE49-F238E27FC236}">
                <a16:creationId xmlns:a16="http://schemas.microsoft.com/office/drawing/2014/main" id="{5DB5B61E-3F92-DB21-E033-AAD0E21211E4}"/>
              </a:ext>
            </a:extLst>
          </p:cNvPr>
          <p:cNvCxnSpPr>
            <a:cxnSpLocks/>
          </p:cNvCxnSpPr>
          <p:nvPr/>
        </p:nvCxnSpPr>
        <p:spPr>
          <a:xfrm flipV="1">
            <a:off x="1985318" y="3001177"/>
            <a:ext cx="270262" cy="406857"/>
          </a:xfrm>
          <a:prstGeom prst="line">
            <a:avLst/>
          </a:prstGeom>
          <a:ln w="3175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3" name="직선 연결선 442">
            <a:extLst>
              <a:ext uri="{FF2B5EF4-FFF2-40B4-BE49-F238E27FC236}">
                <a16:creationId xmlns:a16="http://schemas.microsoft.com/office/drawing/2014/main" id="{0467CDCB-4F43-40D8-7834-FA7BDD013BA0}"/>
              </a:ext>
            </a:extLst>
          </p:cNvPr>
          <p:cNvCxnSpPr>
            <a:cxnSpLocks/>
          </p:cNvCxnSpPr>
          <p:nvPr/>
        </p:nvCxnSpPr>
        <p:spPr>
          <a:xfrm flipV="1">
            <a:off x="2176741" y="3012281"/>
            <a:ext cx="198549" cy="392392"/>
          </a:xfrm>
          <a:prstGeom prst="line">
            <a:avLst/>
          </a:prstGeom>
          <a:ln w="3175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5" name="직선 연결선 444">
            <a:extLst>
              <a:ext uri="{FF2B5EF4-FFF2-40B4-BE49-F238E27FC236}">
                <a16:creationId xmlns:a16="http://schemas.microsoft.com/office/drawing/2014/main" id="{D7B892EC-7821-A165-A815-A2DD74ADCD86}"/>
              </a:ext>
            </a:extLst>
          </p:cNvPr>
          <p:cNvCxnSpPr>
            <a:cxnSpLocks/>
          </p:cNvCxnSpPr>
          <p:nvPr/>
        </p:nvCxnSpPr>
        <p:spPr>
          <a:xfrm flipV="1">
            <a:off x="2363404" y="3005139"/>
            <a:ext cx="136212" cy="404219"/>
          </a:xfrm>
          <a:prstGeom prst="line">
            <a:avLst/>
          </a:prstGeom>
          <a:ln w="3175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8" name="직선 연결선 497">
            <a:extLst>
              <a:ext uri="{FF2B5EF4-FFF2-40B4-BE49-F238E27FC236}">
                <a16:creationId xmlns:a16="http://schemas.microsoft.com/office/drawing/2014/main" id="{D8FE7AF9-D382-C723-0ECD-31328D60A895}"/>
              </a:ext>
            </a:extLst>
          </p:cNvPr>
          <p:cNvCxnSpPr>
            <a:cxnSpLocks/>
          </p:cNvCxnSpPr>
          <p:nvPr/>
        </p:nvCxnSpPr>
        <p:spPr>
          <a:xfrm flipV="1">
            <a:off x="2727735" y="3005139"/>
            <a:ext cx="31515" cy="399534"/>
          </a:xfrm>
          <a:prstGeom prst="line">
            <a:avLst/>
          </a:prstGeom>
          <a:ln w="3175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1" name="직선 연결선 500">
            <a:extLst>
              <a:ext uri="{FF2B5EF4-FFF2-40B4-BE49-F238E27FC236}">
                <a16:creationId xmlns:a16="http://schemas.microsoft.com/office/drawing/2014/main" id="{111C8609-A6A5-EFD0-98CA-9CCA80DEE7FB}"/>
              </a:ext>
            </a:extLst>
          </p:cNvPr>
          <p:cNvCxnSpPr>
            <a:cxnSpLocks/>
          </p:cNvCxnSpPr>
          <p:nvPr/>
        </p:nvCxnSpPr>
        <p:spPr>
          <a:xfrm flipH="1" flipV="1">
            <a:off x="2887703" y="3005139"/>
            <a:ext cx="28150" cy="399534"/>
          </a:xfrm>
          <a:prstGeom prst="line">
            <a:avLst/>
          </a:prstGeom>
          <a:ln w="3175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3" name="직선 연결선 502">
            <a:extLst>
              <a:ext uri="{FF2B5EF4-FFF2-40B4-BE49-F238E27FC236}">
                <a16:creationId xmlns:a16="http://schemas.microsoft.com/office/drawing/2014/main" id="{AA403EFF-F92A-93AE-2840-E4D7C929237D}"/>
              </a:ext>
            </a:extLst>
          </p:cNvPr>
          <p:cNvCxnSpPr>
            <a:cxnSpLocks/>
          </p:cNvCxnSpPr>
          <p:nvPr/>
        </p:nvCxnSpPr>
        <p:spPr>
          <a:xfrm flipH="1" flipV="1">
            <a:off x="3248025" y="3005139"/>
            <a:ext cx="180975" cy="399534"/>
          </a:xfrm>
          <a:prstGeom prst="line">
            <a:avLst/>
          </a:prstGeom>
          <a:ln w="3175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057FD028-4E47-CA4D-A4DA-211561636165}"/>
              </a:ext>
            </a:extLst>
          </p:cNvPr>
          <p:cNvGrpSpPr/>
          <p:nvPr/>
        </p:nvGrpSpPr>
        <p:grpSpPr>
          <a:xfrm>
            <a:off x="1337549" y="3388309"/>
            <a:ext cx="2091451" cy="486789"/>
            <a:chOff x="1337549" y="3529889"/>
            <a:chExt cx="2091451" cy="486789"/>
          </a:xfrm>
        </p:grpSpPr>
        <p:cxnSp>
          <p:nvCxnSpPr>
            <p:cNvPr id="154" name="직선 연결선 153">
              <a:extLst>
                <a:ext uri="{FF2B5EF4-FFF2-40B4-BE49-F238E27FC236}">
                  <a16:creationId xmlns:a16="http://schemas.microsoft.com/office/drawing/2014/main" id="{D67A80BB-2E99-FC41-02B9-16A6177891F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37549" y="3541573"/>
              <a:ext cx="0" cy="324000"/>
            </a:xfrm>
            <a:prstGeom prst="line">
              <a:avLst/>
            </a:prstGeom>
            <a:ln w="3175"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직선 연결선 156">
              <a:extLst>
                <a:ext uri="{FF2B5EF4-FFF2-40B4-BE49-F238E27FC236}">
                  <a16:creationId xmlns:a16="http://schemas.microsoft.com/office/drawing/2014/main" id="{02602C43-FB43-09F7-BD28-1BEB6E8FA1A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01101" y="3541573"/>
              <a:ext cx="0" cy="254211"/>
            </a:xfrm>
            <a:prstGeom prst="line">
              <a:avLst/>
            </a:prstGeom>
            <a:ln w="3175"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직선 연결선 157">
              <a:extLst>
                <a:ext uri="{FF2B5EF4-FFF2-40B4-BE49-F238E27FC236}">
                  <a16:creationId xmlns:a16="http://schemas.microsoft.com/office/drawing/2014/main" id="{539F069C-82D8-6B60-A6EB-BDFD9D19A23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89294" y="3541573"/>
              <a:ext cx="0" cy="254211"/>
            </a:xfrm>
            <a:prstGeom prst="line">
              <a:avLst/>
            </a:prstGeom>
            <a:ln w="3175"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직선 연결선 158">
              <a:extLst>
                <a:ext uri="{FF2B5EF4-FFF2-40B4-BE49-F238E27FC236}">
                  <a16:creationId xmlns:a16="http://schemas.microsoft.com/office/drawing/2014/main" id="{3BA686A7-CBED-C21F-DF8F-1E0FB810232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77487" y="3541573"/>
              <a:ext cx="0" cy="254211"/>
            </a:xfrm>
            <a:prstGeom prst="line">
              <a:avLst/>
            </a:prstGeom>
            <a:ln w="3175"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직선 연결선 159">
              <a:extLst>
                <a:ext uri="{FF2B5EF4-FFF2-40B4-BE49-F238E27FC236}">
                  <a16:creationId xmlns:a16="http://schemas.microsoft.com/office/drawing/2014/main" id="{E7FE8A5C-7405-C7D8-A2E1-842B02F6DD4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65681" y="3541573"/>
              <a:ext cx="0" cy="254211"/>
            </a:xfrm>
            <a:prstGeom prst="line">
              <a:avLst/>
            </a:prstGeom>
            <a:ln w="3175"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직선 연결선 160">
              <a:extLst>
                <a:ext uri="{FF2B5EF4-FFF2-40B4-BE49-F238E27FC236}">
                  <a16:creationId xmlns:a16="http://schemas.microsoft.com/office/drawing/2014/main" id="{A39757E9-04D2-2A2B-887E-4824C9160A6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729748" y="3541573"/>
              <a:ext cx="0" cy="254211"/>
            </a:xfrm>
            <a:prstGeom prst="line">
              <a:avLst/>
            </a:prstGeom>
            <a:ln w="3175"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직선 연결선 161">
              <a:extLst>
                <a:ext uri="{FF2B5EF4-FFF2-40B4-BE49-F238E27FC236}">
                  <a16:creationId xmlns:a16="http://schemas.microsoft.com/office/drawing/2014/main" id="{DFFC7784-EBB0-A292-9F08-EC02DB24BC5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17200" y="3541573"/>
              <a:ext cx="0" cy="254211"/>
            </a:xfrm>
            <a:prstGeom prst="line">
              <a:avLst/>
            </a:prstGeom>
            <a:ln w="3175"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직선 연결선 163">
              <a:extLst>
                <a:ext uri="{FF2B5EF4-FFF2-40B4-BE49-F238E27FC236}">
                  <a16:creationId xmlns:a16="http://schemas.microsoft.com/office/drawing/2014/main" id="{0DA502E0-853D-BDF0-C22C-3F0D34EAC85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28592" y="3541573"/>
              <a:ext cx="0" cy="324000"/>
            </a:xfrm>
            <a:prstGeom prst="line">
              <a:avLst/>
            </a:prstGeom>
            <a:ln w="3175"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직선 연결선 167">
              <a:extLst>
                <a:ext uri="{FF2B5EF4-FFF2-40B4-BE49-F238E27FC236}">
                  <a16:creationId xmlns:a16="http://schemas.microsoft.com/office/drawing/2014/main" id="{1C924ED3-52C1-9B10-C93E-A832CD3F03F7}"/>
                </a:ext>
              </a:extLst>
            </p:cNvPr>
            <p:cNvCxnSpPr>
              <a:cxnSpLocks/>
            </p:cNvCxnSpPr>
            <p:nvPr/>
          </p:nvCxnSpPr>
          <p:spPr>
            <a:xfrm>
              <a:off x="1337549" y="3795784"/>
              <a:ext cx="207413" cy="0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75" name="그룹 174">
              <a:extLst>
                <a:ext uri="{FF2B5EF4-FFF2-40B4-BE49-F238E27FC236}">
                  <a16:creationId xmlns:a16="http://schemas.microsoft.com/office/drawing/2014/main" id="{0A3913FC-2799-DF40-643E-145B3A1E6088}"/>
                </a:ext>
              </a:extLst>
            </p:cNvPr>
            <p:cNvGrpSpPr/>
            <p:nvPr/>
          </p:nvGrpSpPr>
          <p:grpSpPr>
            <a:xfrm>
              <a:off x="1544962" y="3716850"/>
              <a:ext cx="48725" cy="157867"/>
              <a:chOff x="1663538" y="2271752"/>
              <a:chExt cx="33334" cy="233443"/>
            </a:xfrm>
          </p:grpSpPr>
          <p:cxnSp>
            <p:nvCxnSpPr>
              <p:cNvPr id="169" name="직선 연결선 168">
                <a:extLst>
                  <a:ext uri="{FF2B5EF4-FFF2-40B4-BE49-F238E27FC236}">
                    <a16:creationId xmlns:a16="http://schemas.microsoft.com/office/drawing/2014/main" id="{858DDD00-D605-7EFC-46E6-EF72066FD00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696872" y="2271752"/>
                <a:ext cx="0" cy="233443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1" name="직선 연결선 170">
                <a:extLst>
                  <a:ext uri="{FF2B5EF4-FFF2-40B4-BE49-F238E27FC236}">
                    <a16:creationId xmlns:a16="http://schemas.microsoft.com/office/drawing/2014/main" id="{5778B8AA-CC7C-8172-0A96-141FBEA2761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663538" y="2271752"/>
                <a:ext cx="0" cy="233443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72" name="직선 연결선 171">
              <a:extLst>
                <a:ext uri="{FF2B5EF4-FFF2-40B4-BE49-F238E27FC236}">
                  <a16:creationId xmlns:a16="http://schemas.microsoft.com/office/drawing/2014/main" id="{D0111D35-C58D-DDD8-F39C-49B16F239927}"/>
                </a:ext>
              </a:extLst>
            </p:cNvPr>
            <p:cNvCxnSpPr>
              <a:cxnSpLocks/>
            </p:cNvCxnSpPr>
            <p:nvPr/>
          </p:nvCxnSpPr>
          <p:spPr>
            <a:xfrm>
              <a:off x="1593687" y="3795784"/>
              <a:ext cx="207413" cy="0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76" name="그룹 175">
              <a:extLst>
                <a:ext uri="{FF2B5EF4-FFF2-40B4-BE49-F238E27FC236}">
                  <a16:creationId xmlns:a16="http://schemas.microsoft.com/office/drawing/2014/main" id="{B5FCB9B3-5F28-0904-7DEF-7567524B71CD}"/>
                </a:ext>
              </a:extLst>
            </p:cNvPr>
            <p:cNvGrpSpPr/>
            <p:nvPr/>
          </p:nvGrpSpPr>
          <p:grpSpPr>
            <a:xfrm>
              <a:off x="1871812" y="3717061"/>
              <a:ext cx="48725" cy="157867"/>
              <a:chOff x="1663538" y="2271752"/>
              <a:chExt cx="33334" cy="233443"/>
            </a:xfrm>
          </p:grpSpPr>
          <p:cxnSp>
            <p:nvCxnSpPr>
              <p:cNvPr id="177" name="직선 연결선 176">
                <a:extLst>
                  <a:ext uri="{FF2B5EF4-FFF2-40B4-BE49-F238E27FC236}">
                    <a16:creationId xmlns:a16="http://schemas.microsoft.com/office/drawing/2014/main" id="{362F527A-BC4A-A4E6-3C99-5FB92F08119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696872" y="2271752"/>
                <a:ext cx="0" cy="233443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8" name="직선 연결선 177">
                <a:extLst>
                  <a:ext uri="{FF2B5EF4-FFF2-40B4-BE49-F238E27FC236}">
                    <a16:creationId xmlns:a16="http://schemas.microsoft.com/office/drawing/2014/main" id="{7F58D7F2-0566-7828-063D-FC20312258E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663538" y="2271752"/>
                <a:ext cx="0" cy="233443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95" name="직선 연결선 194">
              <a:extLst>
                <a:ext uri="{FF2B5EF4-FFF2-40B4-BE49-F238E27FC236}">
                  <a16:creationId xmlns:a16="http://schemas.microsoft.com/office/drawing/2014/main" id="{99E4E3C9-4EC7-8A68-BA8D-035390FE2A42}"/>
                </a:ext>
              </a:extLst>
            </p:cNvPr>
            <p:cNvCxnSpPr>
              <a:cxnSpLocks/>
            </p:cNvCxnSpPr>
            <p:nvPr/>
          </p:nvCxnSpPr>
          <p:spPr>
            <a:xfrm>
              <a:off x="1803055" y="3795994"/>
              <a:ext cx="73671" cy="0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" name="직선 연결선 245">
              <a:extLst>
                <a:ext uri="{FF2B5EF4-FFF2-40B4-BE49-F238E27FC236}">
                  <a16:creationId xmlns:a16="http://schemas.microsoft.com/office/drawing/2014/main" id="{687F3EF2-B2EA-3585-3079-EF014F25C81A}"/>
                </a:ext>
              </a:extLst>
            </p:cNvPr>
            <p:cNvCxnSpPr>
              <a:cxnSpLocks/>
            </p:cNvCxnSpPr>
            <p:nvPr/>
          </p:nvCxnSpPr>
          <p:spPr>
            <a:xfrm>
              <a:off x="1921755" y="3795994"/>
              <a:ext cx="73671" cy="0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47" name="그룹 246">
              <a:extLst>
                <a:ext uri="{FF2B5EF4-FFF2-40B4-BE49-F238E27FC236}">
                  <a16:creationId xmlns:a16="http://schemas.microsoft.com/office/drawing/2014/main" id="{4A544A87-3205-09C1-F8AE-AEA619BB1D31}"/>
                </a:ext>
              </a:extLst>
            </p:cNvPr>
            <p:cNvGrpSpPr/>
            <p:nvPr/>
          </p:nvGrpSpPr>
          <p:grpSpPr>
            <a:xfrm>
              <a:off x="2060015" y="3717061"/>
              <a:ext cx="48725" cy="157867"/>
              <a:chOff x="1663538" y="2271752"/>
              <a:chExt cx="33334" cy="233443"/>
            </a:xfrm>
          </p:grpSpPr>
          <p:cxnSp>
            <p:nvCxnSpPr>
              <p:cNvPr id="248" name="직선 연결선 247">
                <a:extLst>
                  <a:ext uri="{FF2B5EF4-FFF2-40B4-BE49-F238E27FC236}">
                    <a16:creationId xmlns:a16="http://schemas.microsoft.com/office/drawing/2014/main" id="{6A40951E-B7F6-245F-0095-03DA7093DF5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696872" y="2271752"/>
                <a:ext cx="0" cy="233443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9" name="직선 연결선 248">
                <a:extLst>
                  <a:ext uri="{FF2B5EF4-FFF2-40B4-BE49-F238E27FC236}">
                    <a16:creationId xmlns:a16="http://schemas.microsoft.com/office/drawing/2014/main" id="{9AF25614-9FC7-A69E-12FD-804B40816BF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663538" y="2271752"/>
                <a:ext cx="0" cy="233443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50" name="직선 연결선 249">
              <a:extLst>
                <a:ext uri="{FF2B5EF4-FFF2-40B4-BE49-F238E27FC236}">
                  <a16:creationId xmlns:a16="http://schemas.microsoft.com/office/drawing/2014/main" id="{C8866682-3C5D-50B8-F0D4-D9EF27302C7A}"/>
                </a:ext>
              </a:extLst>
            </p:cNvPr>
            <p:cNvCxnSpPr>
              <a:cxnSpLocks/>
            </p:cNvCxnSpPr>
            <p:nvPr/>
          </p:nvCxnSpPr>
          <p:spPr>
            <a:xfrm>
              <a:off x="1991258" y="3795994"/>
              <a:ext cx="73671" cy="0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" name="직선 연결선 250">
              <a:extLst>
                <a:ext uri="{FF2B5EF4-FFF2-40B4-BE49-F238E27FC236}">
                  <a16:creationId xmlns:a16="http://schemas.microsoft.com/office/drawing/2014/main" id="{5E00658A-953C-0160-C206-00DE5ED16770}"/>
                </a:ext>
              </a:extLst>
            </p:cNvPr>
            <p:cNvCxnSpPr>
              <a:cxnSpLocks/>
            </p:cNvCxnSpPr>
            <p:nvPr/>
          </p:nvCxnSpPr>
          <p:spPr>
            <a:xfrm>
              <a:off x="2109958" y="3795994"/>
              <a:ext cx="73671" cy="0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52" name="그룹 251">
              <a:extLst>
                <a:ext uri="{FF2B5EF4-FFF2-40B4-BE49-F238E27FC236}">
                  <a16:creationId xmlns:a16="http://schemas.microsoft.com/office/drawing/2014/main" id="{425BA2C3-A01B-4E7E-A412-BF54DB4C1EDB}"/>
                </a:ext>
              </a:extLst>
            </p:cNvPr>
            <p:cNvGrpSpPr/>
            <p:nvPr/>
          </p:nvGrpSpPr>
          <p:grpSpPr>
            <a:xfrm>
              <a:off x="2247889" y="3717061"/>
              <a:ext cx="48725" cy="157867"/>
              <a:chOff x="1663538" y="2271752"/>
              <a:chExt cx="33334" cy="233443"/>
            </a:xfrm>
          </p:grpSpPr>
          <p:cxnSp>
            <p:nvCxnSpPr>
              <p:cNvPr id="253" name="직선 연결선 252">
                <a:extLst>
                  <a:ext uri="{FF2B5EF4-FFF2-40B4-BE49-F238E27FC236}">
                    <a16:creationId xmlns:a16="http://schemas.microsoft.com/office/drawing/2014/main" id="{C2CCB0DC-8B46-BF45-4F21-09C19B6D79C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696872" y="2271752"/>
                <a:ext cx="0" cy="233443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4" name="직선 연결선 253">
                <a:extLst>
                  <a:ext uri="{FF2B5EF4-FFF2-40B4-BE49-F238E27FC236}">
                    <a16:creationId xmlns:a16="http://schemas.microsoft.com/office/drawing/2014/main" id="{5D7A4370-623E-FF90-FDBF-4CC524FDA02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663538" y="2271752"/>
                <a:ext cx="0" cy="233443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55" name="직선 연결선 254">
              <a:extLst>
                <a:ext uri="{FF2B5EF4-FFF2-40B4-BE49-F238E27FC236}">
                  <a16:creationId xmlns:a16="http://schemas.microsoft.com/office/drawing/2014/main" id="{8534D837-797C-8F5C-BEFD-59BC16A62EBC}"/>
                </a:ext>
              </a:extLst>
            </p:cNvPr>
            <p:cNvCxnSpPr>
              <a:cxnSpLocks/>
            </p:cNvCxnSpPr>
            <p:nvPr/>
          </p:nvCxnSpPr>
          <p:spPr>
            <a:xfrm>
              <a:off x="2179133" y="3795994"/>
              <a:ext cx="73671" cy="0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6" name="직선 연결선 255">
              <a:extLst>
                <a:ext uri="{FF2B5EF4-FFF2-40B4-BE49-F238E27FC236}">
                  <a16:creationId xmlns:a16="http://schemas.microsoft.com/office/drawing/2014/main" id="{AC82A5C7-EBE0-2060-48EE-EC76C4F1669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832" y="3795994"/>
              <a:ext cx="73671" cy="0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57" name="그룹 256">
              <a:extLst>
                <a:ext uri="{FF2B5EF4-FFF2-40B4-BE49-F238E27FC236}">
                  <a16:creationId xmlns:a16="http://schemas.microsoft.com/office/drawing/2014/main" id="{9AFD18F3-FEA4-CA0F-FD40-B6CD95EB3938}"/>
                </a:ext>
              </a:extLst>
            </p:cNvPr>
            <p:cNvGrpSpPr/>
            <p:nvPr/>
          </p:nvGrpSpPr>
          <p:grpSpPr>
            <a:xfrm>
              <a:off x="2797823" y="3717061"/>
              <a:ext cx="48725" cy="157867"/>
              <a:chOff x="1663538" y="2271752"/>
              <a:chExt cx="33334" cy="233443"/>
            </a:xfrm>
          </p:grpSpPr>
          <p:cxnSp>
            <p:nvCxnSpPr>
              <p:cNvPr id="258" name="직선 연결선 257">
                <a:extLst>
                  <a:ext uri="{FF2B5EF4-FFF2-40B4-BE49-F238E27FC236}">
                    <a16:creationId xmlns:a16="http://schemas.microsoft.com/office/drawing/2014/main" id="{F0D87BAA-F0D6-61C5-E6DA-BF4F1BBE0A0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696872" y="2271752"/>
                <a:ext cx="0" cy="233443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9" name="직선 연결선 258">
                <a:extLst>
                  <a:ext uri="{FF2B5EF4-FFF2-40B4-BE49-F238E27FC236}">
                    <a16:creationId xmlns:a16="http://schemas.microsoft.com/office/drawing/2014/main" id="{774643FC-B05F-6DE7-20ED-E432BDBF488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663538" y="2271752"/>
                <a:ext cx="0" cy="233443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60" name="직선 연결선 259">
              <a:extLst>
                <a:ext uri="{FF2B5EF4-FFF2-40B4-BE49-F238E27FC236}">
                  <a16:creationId xmlns:a16="http://schemas.microsoft.com/office/drawing/2014/main" id="{9FD70977-9E28-7E45-6745-8D3D990AA4B1}"/>
                </a:ext>
              </a:extLst>
            </p:cNvPr>
            <p:cNvCxnSpPr>
              <a:cxnSpLocks/>
            </p:cNvCxnSpPr>
            <p:nvPr/>
          </p:nvCxnSpPr>
          <p:spPr>
            <a:xfrm>
              <a:off x="2729067" y="3795994"/>
              <a:ext cx="73671" cy="0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직선 연결선 260">
              <a:extLst>
                <a:ext uri="{FF2B5EF4-FFF2-40B4-BE49-F238E27FC236}">
                  <a16:creationId xmlns:a16="http://schemas.microsoft.com/office/drawing/2014/main" id="{BCA3FA44-42BB-CC4C-D231-5A3E629FB4B0}"/>
                </a:ext>
              </a:extLst>
            </p:cNvPr>
            <p:cNvCxnSpPr>
              <a:cxnSpLocks/>
            </p:cNvCxnSpPr>
            <p:nvPr/>
          </p:nvCxnSpPr>
          <p:spPr>
            <a:xfrm>
              <a:off x="2847766" y="3795994"/>
              <a:ext cx="73671" cy="0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2" name="직선 연결선 261">
              <a:extLst>
                <a:ext uri="{FF2B5EF4-FFF2-40B4-BE49-F238E27FC236}">
                  <a16:creationId xmlns:a16="http://schemas.microsoft.com/office/drawing/2014/main" id="{5D43958B-87C9-AF13-EEF7-2233644EA7E5}"/>
                </a:ext>
              </a:extLst>
            </p:cNvPr>
            <p:cNvCxnSpPr>
              <a:cxnSpLocks/>
            </p:cNvCxnSpPr>
            <p:nvPr/>
          </p:nvCxnSpPr>
          <p:spPr>
            <a:xfrm>
              <a:off x="2914247" y="3795784"/>
              <a:ext cx="239728" cy="0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63" name="그룹 262">
              <a:extLst>
                <a:ext uri="{FF2B5EF4-FFF2-40B4-BE49-F238E27FC236}">
                  <a16:creationId xmlns:a16="http://schemas.microsoft.com/office/drawing/2014/main" id="{6896CF18-8A5A-6738-8E9A-1CBCD8003BAC}"/>
                </a:ext>
              </a:extLst>
            </p:cNvPr>
            <p:cNvGrpSpPr/>
            <p:nvPr/>
          </p:nvGrpSpPr>
          <p:grpSpPr>
            <a:xfrm>
              <a:off x="3148534" y="3716850"/>
              <a:ext cx="48725" cy="157867"/>
              <a:chOff x="1663538" y="2271752"/>
              <a:chExt cx="33334" cy="233443"/>
            </a:xfrm>
          </p:grpSpPr>
          <p:cxnSp>
            <p:nvCxnSpPr>
              <p:cNvPr id="264" name="직선 연결선 263">
                <a:extLst>
                  <a:ext uri="{FF2B5EF4-FFF2-40B4-BE49-F238E27FC236}">
                    <a16:creationId xmlns:a16="http://schemas.microsoft.com/office/drawing/2014/main" id="{7D51F7CB-EA73-CCC4-F8A6-E04C12F4EC2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696872" y="2271752"/>
                <a:ext cx="0" cy="233443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5" name="직선 연결선 264">
                <a:extLst>
                  <a:ext uri="{FF2B5EF4-FFF2-40B4-BE49-F238E27FC236}">
                    <a16:creationId xmlns:a16="http://schemas.microsoft.com/office/drawing/2014/main" id="{60DFA192-098F-993E-6771-97A968195E4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663538" y="2271752"/>
                <a:ext cx="0" cy="233443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68" name="직선 연결선 267">
              <a:extLst>
                <a:ext uri="{FF2B5EF4-FFF2-40B4-BE49-F238E27FC236}">
                  <a16:creationId xmlns:a16="http://schemas.microsoft.com/office/drawing/2014/main" id="{4F4D09EC-9032-3E8E-4177-1A0DCEFC2693}"/>
                </a:ext>
              </a:extLst>
            </p:cNvPr>
            <p:cNvCxnSpPr>
              <a:cxnSpLocks/>
            </p:cNvCxnSpPr>
            <p:nvPr/>
          </p:nvCxnSpPr>
          <p:spPr>
            <a:xfrm>
              <a:off x="3197462" y="3795784"/>
              <a:ext cx="231538" cy="0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9" name="TextBox 268">
                  <a:extLst>
                    <a:ext uri="{FF2B5EF4-FFF2-40B4-BE49-F238E27FC236}">
                      <a16:creationId xmlns:a16="http://schemas.microsoft.com/office/drawing/2014/main" id="{46D2977F-4FCD-5CD6-3D37-75749140FE2C}"/>
                    </a:ext>
                  </a:extLst>
                </p:cNvPr>
                <p:cNvSpPr txBox="1"/>
                <p:nvPr/>
              </p:nvSpPr>
              <p:spPr>
                <a:xfrm>
                  <a:off x="1405166" y="3529889"/>
                  <a:ext cx="343599" cy="17995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8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800" b="1" i="0" smtClean="0">
                                <a:latin typeface="Cambria Math" panose="02040503050406030204" pitchFamily="18" charset="0"/>
                              </a:rPr>
                              <m:t>𝐂</m:t>
                            </m:r>
                          </m:e>
                          <m:sub>
                            <m:r>
                              <a:rPr lang="en-US" altLang="ko-KR" sz="800" b="1" i="0" smtClean="0">
                                <a:latin typeface="Cambria Math" panose="02040503050406030204" pitchFamily="18" charset="0"/>
                              </a:rPr>
                              <m:t>𝐓𝐎𝐗</m:t>
                            </m:r>
                          </m:sub>
                        </m:sSub>
                      </m:oMath>
                    </m:oMathPara>
                  </a14:m>
                  <a:endParaRPr lang="ko-KR" altLang="en-US" sz="800" b="1"/>
                </a:p>
              </p:txBody>
            </p:sp>
          </mc:Choice>
          <mc:Fallback xmlns="">
            <p:sp>
              <p:nvSpPr>
                <p:cNvPr id="269" name="TextBox 268">
                  <a:extLst>
                    <a:ext uri="{FF2B5EF4-FFF2-40B4-BE49-F238E27FC236}">
                      <a16:creationId xmlns:a16="http://schemas.microsoft.com/office/drawing/2014/main" id="{46D2977F-4FCD-5CD6-3D37-75749140FE2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05166" y="3529889"/>
                  <a:ext cx="343599" cy="179955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0" name="TextBox 269">
                  <a:extLst>
                    <a:ext uri="{FF2B5EF4-FFF2-40B4-BE49-F238E27FC236}">
                      <a16:creationId xmlns:a16="http://schemas.microsoft.com/office/drawing/2014/main" id="{71B450CB-DEBE-66D1-1FF6-F4B71B3E0EFB}"/>
                    </a:ext>
                  </a:extLst>
                </p:cNvPr>
                <p:cNvSpPr txBox="1"/>
                <p:nvPr/>
              </p:nvSpPr>
              <p:spPr>
                <a:xfrm>
                  <a:off x="1814163" y="3529889"/>
                  <a:ext cx="191295" cy="17995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8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800" b="1" i="0" smtClean="0">
                                <a:latin typeface="Cambria Math" panose="02040503050406030204" pitchFamily="18" charset="0"/>
                              </a:rPr>
                              <m:t>𝐂</m:t>
                            </m:r>
                          </m:e>
                          <m:sub>
                            <m:r>
                              <a:rPr lang="en-US" altLang="ko-KR" sz="800" b="1" i="0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ko-KR" altLang="en-US" sz="800" b="1"/>
                </a:p>
              </p:txBody>
            </p:sp>
          </mc:Choice>
          <mc:Fallback xmlns="">
            <p:sp>
              <p:nvSpPr>
                <p:cNvPr id="270" name="TextBox 269">
                  <a:extLst>
                    <a:ext uri="{FF2B5EF4-FFF2-40B4-BE49-F238E27FC236}">
                      <a16:creationId xmlns:a16="http://schemas.microsoft.com/office/drawing/2014/main" id="{71B450CB-DEBE-66D1-1FF6-F4B71B3E0EF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14163" y="3529889"/>
                  <a:ext cx="191295" cy="179955"/>
                </a:xfrm>
                <a:prstGeom prst="rect">
                  <a:avLst/>
                </a:prstGeom>
                <a:blipFill>
                  <a:blip r:embed="rId20"/>
                  <a:stretch>
                    <a:fillRect l="-3226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1" name="TextBox 270">
                  <a:extLst>
                    <a:ext uri="{FF2B5EF4-FFF2-40B4-BE49-F238E27FC236}">
                      <a16:creationId xmlns:a16="http://schemas.microsoft.com/office/drawing/2014/main" id="{C979B03C-CE83-5E47-37F8-A94D75DFCDF3}"/>
                    </a:ext>
                  </a:extLst>
                </p:cNvPr>
                <p:cNvSpPr txBox="1"/>
                <p:nvPr/>
              </p:nvSpPr>
              <p:spPr>
                <a:xfrm>
                  <a:off x="2009004" y="3529889"/>
                  <a:ext cx="191295" cy="17995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8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800" b="1" i="0" smtClean="0">
                                <a:latin typeface="Cambria Math" panose="02040503050406030204" pitchFamily="18" charset="0"/>
                              </a:rPr>
                              <m:t>𝐂</m:t>
                            </m:r>
                          </m:e>
                          <m:sub>
                            <m:r>
                              <a:rPr lang="en-US" altLang="ko-KR" sz="800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ko-KR" altLang="en-US" sz="800" b="1"/>
                </a:p>
              </p:txBody>
            </p:sp>
          </mc:Choice>
          <mc:Fallback xmlns="">
            <p:sp>
              <p:nvSpPr>
                <p:cNvPr id="271" name="TextBox 270">
                  <a:extLst>
                    <a:ext uri="{FF2B5EF4-FFF2-40B4-BE49-F238E27FC236}">
                      <a16:creationId xmlns:a16="http://schemas.microsoft.com/office/drawing/2014/main" id="{C979B03C-CE83-5E47-37F8-A94D75DFCDF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09004" y="3529889"/>
                  <a:ext cx="191295" cy="179955"/>
                </a:xfrm>
                <a:prstGeom prst="rect">
                  <a:avLst/>
                </a:prstGeom>
                <a:blipFill>
                  <a:blip r:embed="rId21"/>
                  <a:stretch>
                    <a:fillRect l="-3226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2" name="TextBox 271">
                  <a:extLst>
                    <a:ext uri="{FF2B5EF4-FFF2-40B4-BE49-F238E27FC236}">
                      <a16:creationId xmlns:a16="http://schemas.microsoft.com/office/drawing/2014/main" id="{FEB51AC4-52D3-8E0A-7C3D-5338A1592303}"/>
                    </a:ext>
                  </a:extLst>
                </p:cNvPr>
                <p:cNvSpPr txBox="1"/>
                <p:nvPr/>
              </p:nvSpPr>
              <p:spPr>
                <a:xfrm>
                  <a:off x="2196454" y="3529889"/>
                  <a:ext cx="191295" cy="17995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8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800" b="1" i="0" smtClean="0">
                                <a:latin typeface="Cambria Math" panose="02040503050406030204" pitchFamily="18" charset="0"/>
                              </a:rPr>
                              <m:t>𝐂</m:t>
                            </m:r>
                          </m:e>
                          <m:sub>
                            <m:r>
                              <a:rPr lang="en-US" altLang="ko-KR" sz="800" b="1" i="1" smtClean="0"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ko-KR" altLang="en-US" sz="800" b="1"/>
                </a:p>
              </p:txBody>
            </p:sp>
          </mc:Choice>
          <mc:Fallback xmlns="">
            <p:sp>
              <p:nvSpPr>
                <p:cNvPr id="272" name="TextBox 271">
                  <a:extLst>
                    <a:ext uri="{FF2B5EF4-FFF2-40B4-BE49-F238E27FC236}">
                      <a16:creationId xmlns:a16="http://schemas.microsoft.com/office/drawing/2014/main" id="{FEB51AC4-52D3-8E0A-7C3D-5338A159230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96454" y="3529889"/>
                  <a:ext cx="191295" cy="179955"/>
                </a:xfrm>
                <a:prstGeom prst="rect">
                  <a:avLst/>
                </a:prstGeom>
                <a:blipFill>
                  <a:blip r:embed="rId2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3" name="TextBox 272">
                  <a:extLst>
                    <a:ext uri="{FF2B5EF4-FFF2-40B4-BE49-F238E27FC236}">
                      <a16:creationId xmlns:a16="http://schemas.microsoft.com/office/drawing/2014/main" id="{CF4FB1F2-BC44-FF72-203A-10ED9568662F}"/>
                    </a:ext>
                  </a:extLst>
                </p:cNvPr>
                <p:cNvSpPr txBox="1"/>
                <p:nvPr/>
              </p:nvSpPr>
              <p:spPr>
                <a:xfrm>
                  <a:off x="2736315" y="3529889"/>
                  <a:ext cx="200667" cy="17995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8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800" b="1" i="0" smtClean="0">
                                <a:latin typeface="Cambria Math" panose="02040503050406030204" pitchFamily="18" charset="0"/>
                              </a:rPr>
                              <m:t>𝐂</m:t>
                            </m:r>
                          </m:e>
                          <m:sub>
                            <m:r>
                              <a:rPr lang="en-US" altLang="ko-KR" sz="800" b="1" i="0" smtClean="0">
                                <a:latin typeface="Cambria Math" panose="02040503050406030204" pitchFamily="18" charset="0"/>
                              </a:rPr>
                              <m:t>𝐍</m:t>
                            </m:r>
                          </m:sub>
                        </m:sSub>
                      </m:oMath>
                    </m:oMathPara>
                  </a14:m>
                  <a:endParaRPr lang="ko-KR" altLang="en-US" sz="800" b="1"/>
                </a:p>
              </p:txBody>
            </p:sp>
          </mc:Choice>
          <mc:Fallback xmlns="">
            <p:sp>
              <p:nvSpPr>
                <p:cNvPr id="273" name="TextBox 272">
                  <a:extLst>
                    <a:ext uri="{FF2B5EF4-FFF2-40B4-BE49-F238E27FC236}">
                      <a16:creationId xmlns:a16="http://schemas.microsoft.com/office/drawing/2014/main" id="{CF4FB1F2-BC44-FF72-203A-10ED9568662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36315" y="3529889"/>
                  <a:ext cx="200667" cy="179955"/>
                </a:xfrm>
                <a:prstGeom prst="rect">
                  <a:avLst/>
                </a:prstGeom>
                <a:blipFill>
                  <a:blip r:embed="rId23"/>
                  <a:stretch>
                    <a:fillRect l="-3030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4" name="TextBox 273">
                  <a:extLst>
                    <a:ext uri="{FF2B5EF4-FFF2-40B4-BE49-F238E27FC236}">
                      <a16:creationId xmlns:a16="http://schemas.microsoft.com/office/drawing/2014/main" id="{D1CD0F79-60FA-B84B-9906-CAD1F9EA9E10}"/>
                    </a:ext>
                  </a:extLst>
                </p:cNvPr>
                <p:cNvSpPr txBox="1"/>
                <p:nvPr/>
              </p:nvSpPr>
              <p:spPr>
                <a:xfrm>
                  <a:off x="3016373" y="3529889"/>
                  <a:ext cx="343599" cy="17995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8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800" b="1" i="0" smtClean="0">
                                <a:latin typeface="Cambria Math" panose="02040503050406030204" pitchFamily="18" charset="0"/>
                              </a:rPr>
                              <m:t>𝐂</m:t>
                            </m:r>
                          </m:e>
                          <m:sub>
                            <m:r>
                              <a:rPr lang="en-US" altLang="ko-KR" sz="800" b="1" i="0" smtClean="0">
                                <a:latin typeface="Cambria Math" panose="02040503050406030204" pitchFamily="18" charset="0"/>
                              </a:rPr>
                              <m:t>𝐁𝐎𝐗</m:t>
                            </m:r>
                          </m:sub>
                        </m:sSub>
                      </m:oMath>
                    </m:oMathPara>
                  </a14:m>
                  <a:endParaRPr lang="ko-KR" altLang="en-US" sz="800" b="1"/>
                </a:p>
              </p:txBody>
            </p:sp>
          </mc:Choice>
          <mc:Fallback xmlns="">
            <p:sp>
              <p:nvSpPr>
                <p:cNvPr id="274" name="TextBox 273">
                  <a:extLst>
                    <a:ext uri="{FF2B5EF4-FFF2-40B4-BE49-F238E27FC236}">
                      <a16:creationId xmlns:a16="http://schemas.microsoft.com/office/drawing/2014/main" id="{D1CD0F79-60FA-B84B-9906-CAD1F9EA9E1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16373" y="3529889"/>
                  <a:ext cx="343599" cy="179955"/>
                </a:xfrm>
                <a:prstGeom prst="rect">
                  <a:avLst/>
                </a:prstGeom>
                <a:blipFill>
                  <a:blip r:embed="rId2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79" name="TextBox 378">
              <a:extLst>
                <a:ext uri="{FF2B5EF4-FFF2-40B4-BE49-F238E27FC236}">
                  <a16:creationId xmlns:a16="http://schemas.microsoft.com/office/drawing/2014/main" id="{E2BADC0F-0D8F-86A1-DC99-A502776BBCEE}"/>
                </a:ext>
              </a:extLst>
            </p:cNvPr>
            <p:cNvSpPr txBox="1"/>
            <p:nvPr/>
          </p:nvSpPr>
          <p:spPr>
            <a:xfrm>
              <a:off x="1611519" y="3816623"/>
              <a:ext cx="350462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700">
                  <a:latin typeface="Arial" panose="020B0604020202020204" pitchFamily="34" charset="0"/>
                  <a:cs typeface="Arial" panose="020B0604020202020204" pitchFamily="34" charset="0"/>
                </a:rPr>
                <a:t>ΔQ</a:t>
              </a:r>
              <a:r>
                <a:rPr lang="en-US" altLang="ko-KR" sz="700" baseline="-25000"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  <a:endParaRPr lang="ko-KR" altLang="en-US" sz="700" baseline="-25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80" name="TextBox 379">
              <a:extLst>
                <a:ext uri="{FF2B5EF4-FFF2-40B4-BE49-F238E27FC236}">
                  <a16:creationId xmlns:a16="http://schemas.microsoft.com/office/drawing/2014/main" id="{31B0E5D6-95BF-D485-B604-BA339A70F264}"/>
                </a:ext>
              </a:extLst>
            </p:cNvPr>
            <p:cNvSpPr txBox="1"/>
            <p:nvPr/>
          </p:nvSpPr>
          <p:spPr>
            <a:xfrm>
              <a:off x="1802943" y="3816623"/>
              <a:ext cx="350462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700">
                  <a:latin typeface="Arial" panose="020B0604020202020204" pitchFamily="34" charset="0"/>
                  <a:cs typeface="Arial" panose="020B0604020202020204" pitchFamily="34" charset="0"/>
                </a:rPr>
                <a:t>ΔQ</a:t>
              </a:r>
              <a:r>
                <a:rPr lang="en-US" altLang="ko-KR" sz="700" baseline="-25000"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endParaRPr lang="ko-KR" altLang="en-US" sz="700" baseline="-25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81" name="TextBox 380">
              <a:extLst>
                <a:ext uri="{FF2B5EF4-FFF2-40B4-BE49-F238E27FC236}">
                  <a16:creationId xmlns:a16="http://schemas.microsoft.com/office/drawing/2014/main" id="{985DCA86-1987-EBE5-2604-F54B58722395}"/>
                </a:ext>
              </a:extLst>
            </p:cNvPr>
            <p:cNvSpPr txBox="1"/>
            <p:nvPr/>
          </p:nvSpPr>
          <p:spPr>
            <a:xfrm>
              <a:off x="1994367" y="3816623"/>
              <a:ext cx="350462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700">
                  <a:latin typeface="Arial" panose="020B0604020202020204" pitchFamily="34" charset="0"/>
                  <a:cs typeface="Arial" panose="020B0604020202020204" pitchFamily="34" charset="0"/>
                </a:rPr>
                <a:t>ΔQ</a:t>
              </a:r>
              <a:r>
                <a:rPr lang="en-US" altLang="ko-KR" sz="700" baseline="-2500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endParaRPr lang="ko-KR" altLang="en-US" sz="700" baseline="-25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82" name="TextBox 381">
              <a:extLst>
                <a:ext uri="{FF2B5EF4-FFF2-40B4-BE49-F238E27FC236}">
                  <a16:creationId xmlns:a16="http://schemas.microsoft.com/office/drawing/2014/main" id="{8C362E45-65A7-E6E9-F239-F7A30774B8E8}"/>
                </a:ext>
              </a:extLst>
            </p:cNvPr>
            <p:cNvSpPr txBox="1"/>
            <p:nvPr/>
          </p:nvSpPr>
          <p:spPr>
            <a:xfrm>
              <a:off x="2185791" y="3816623"/>
              <a:ext cx="350462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700">
                  <a:latin typeface="Arial" panose="020B0604020202020204" pitchFamily="34" charset="0"/>
                  <a:cs typeface="Arial" panose="020B0604020202020204" pitchFamily="34" charset="0"/>
                </a:rPr>
                <a:t>ΔQ</a:t>
              </a:r>
              <a:r>
                <a:rPr lang="en-US" altLang="ko-KR" sz="700" baseline="-25000"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  <a:endParaRPr lang="ko-KR" altLang="en-US" sz="700" baseline="-25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83" name="TextBox 382">
              <a:extLst>
                <a:ext uri="{FF2B5EF4-FFF2-40B4-BE49-F238E27FC236}">
                  <a16:creationId xmlns:a16="http://schemas.microsoft.com/office/drawing/2014/main" id="{330677C6-3615-CB5D-D3D3-D512939DB7A2}"/>
                </a:ext>
              </a:extLst>
            </p:cNvPr>
            <p:cNvSpPr txBox="1"/>
            <p:nvPr/>
          </p:nvSpPr>
          <p:spPr>
            <a:xfrm>
              <a:off x="2450798" y="3816623"/>
              <a:ext cx="45211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700">
                  <a:latin typeface="Arial" panose="020B0604020202020204" pitchFamily="34" charset="0"/>
                  <a:cs typeface="Arial" panose="020B0604020202020204" pitchFamily="34" charset="0"/>
                </a:rPr>
                <a:t>ΔQ</a:t>
              </a:r>
              <a:r>
                <a:rPr lang="en-US" altLang="ko-KR" sz="700" baseline="-25000">
                  <a:latin typeface="Arial" panose="020B0604020202020204" pitchFamily="34" charset="0"/>
                  <a:cs typeface="Arial" panose="020B0604020202020204" pitchFamily="34" charset="0"/>
                </a:rPr>
                <a:t>N-1</a:t>
              </a:r>
              <a:endParaRPr lang="ko-KR" altLang="en-US" sz="700" baseline="-25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84" name="TextBox 383">
              <a:extLst>
                <a:ext uri="{FF2B5EF4-FFF2-40B4-BE49-F238E27FC236}">
                  <a16:creationId xmlns:a16="http://schemas.microsoft.com/office/drawing/2014/main" id="{D24CAA37-19FB-8226-9462-3414FB0704E4}"/>
                </a:ext>
              </a:extLst>
            </p:cNvPr>
            <p:cNvSpPr txBox="1"/>
            <p:nvPr/>
          </p:nvSpPr>
          <p:spPr>
            <a:xfrm>
              <a:off x="2676853" y="3816623"/>
              <a:ext cx="45211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700">
                  <a:latin typeface="Arial" panose="020B0604020202020204" pitchFamily="34" charset="0"/>
                  <a:cs typeface="Arial" panose="020B0604020202020204" pitchFamily="34" charset="0"/>
                </a:rPr>
                <a:t>ΔQ</a:t>
              </a:r>
              <a:r>
                <a:rPr lang="en-US" altLang="ko-KR" sz="700" baseline="-25000">
                  <a:latin typeface="Arial" panose="020B0604020202020204" pitchFamily="34" charset="0"/>
                  <a:cs typeface="Arial" panose="020B0604020202020204" pitchFamily="34" charset="0"/>
                </a:rPr>
                <a:t>N</a:t>
              </a:r>
              <a:endParaRPr lang="ko-KR" altLang="en-US" sz="700" baseline="-25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29" name="타원 528">
              <a:extLst>
                <a:ext uri="{FF2B5EF4-FFF2-40B4-BE49-F238E27FC236}">
                  <a16:creationId xmlns:a16="http://schemas.microsoft.com/office/drawing/2014/main" id="{150189BC-D2B2-F398-4069-4677D0510866}"/>
                </a:ext>
              </a:extLst>
            </p:cNvPr>
            <p:cNvSpPr/>
            <p:nvPr/>
          </p:nvSpPr>
          <p:spPr>
            <a:xfrm>
              <a:off x="1777021" y="3776099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30" name="타원 529">
              <a:extLst>
                <a:ext uri="{FF2B5EF4-FFF2-40B4-BE49-F238E27FC236}">
                  <a16:creationId xmlns:a16="http://schemas.microsoft.com/office/drawing/2014/main" id="{9C400FDC-FCA7-6175-E5E4-87ED54B83660}"/>
                </a:ext>
              </a:extLst>
            </p:cNvPr>
            <p:cNvSpPr/>
            <p:nvPr/>
          </p:nvSpPr>
          <p:spPr>
            <a:xfrm>
              <a:off x="1968447" y="3776099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31" name="타원 530">
              <a:extLst>
                <a:ext uri="{FF2B5EF4-FFF2-40B4-BE49-F238E27FC236}">
                  <a16:creationId xmlns:a16="http://schemas.microsoft.com/office/drawing/2014/main" id="{A5B8A8C4-3BBC-246F-44C6-C0A4557668FA}"/>
                </a:ext>
              </a:extLst>
            </p:cNvPr>
            <p:cNvSpPr/>
            <p:nvPr/>
          </p:nvSpPr>
          <p:spPr>
            <a:xfrm>
              <a:off x="2150121" y="3776099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32" name="타원 531">
              <a:extLst>
                <a:ext uri="{FF2B5EF4-FFF2-40B4-BE49-F238E27FC236}">
                  <a16:creationId xmlns:a16="http://schemas.microsoft.com/office/drawing/2014/main" id="{5C989211-52B7-CC69-B9F2-C30B55CCF789}"/>
                </a:ext>
              </a:extLst>
            </p:cNvPr>
            <p:cNvSpPr/>
            <p:nvPr/>
          </p:nvSpPr>
          <p:spPr>
            <a:xfrm>
              <a:off x="2339546" y="3776099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33" name="타원 532">
              <a:extLst>
                <a:ext uri="{FF2B5EF4-FFF2-40B4-BE49-F238E27FC236}">
                  <a16:creationId xmlns:a16="http://schemas.microsoft.com/office/drawing/2014/main" id="{791247FB-BC34-B6B2-7B11-183B40396106}"/>
                </a:ext>
              </a:extLst>
            </p:cNvPr>
            <p:cNvSpPr/>
            <p:nvPr/>
          </p:nvSpPr>
          <p:spPr>
            <a:xfrm>
              <a:off x="2710756" y="3776099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34" name="타원 533">
              <a:extLst>
                <a:ext uri="{FF2B5EF4-FFF2-40B4-BE49-F238E27FC236}">
                  <a16:creationId xmlns:a16="http://schemas.microsoft.com/office/drawing/2014/main" id="{AAA741BF-A0D6-6244-41FC-E760B180F0BD}"/>
                </a:ext>
              </a:extLst>
            </p:cNvPr>
            <p:cNvSpPr/>
            <p:nvPr/>
          </p:nvSpPr>
          <p:spPr>
            <a:xfrm>
              <a:off x="2891366" y="3776099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539" name="직선 연결선 538">
              <a:extLst>
                <a:ext uri="{FF2B5EF4-FFF2-40B4-BE49-F238E27FC236}">
                  <a16:creationId xmlns:a16="http://schemas.microsoft.com/office/drawing/2014/main" id="{CF794C72-937C-27DA-AA59-162B2A7BF2B0}"/>
                </a:ext>
              </a:extLst>
            </p:cNvPr>
            <p:cNvCxnSpPr>
              <a:cxnSpLocks/>
            </p:cNvCxnSpPr>
            <p:nvPr/>
          </p:nvCxnSpPr>
          <p:spPr>
            <a:xfrm>
              <a:off x="2645308" y="3795994"/>
              <a:ext cx="73671" cy="0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57" name="직선 연결선 556">
            <a:extLst>
              <a:ext uri="{FF2B5EF4-FFF2-40B4-BE49-F238E27FC236}">
                <a16:creationId xmlns:a16="http://schemas.microsoft.com/office/drawing/2014/main" id="{1DCA924D-889F-4010-F193-FAD3E9579653}"/>
              </a:ext>
            </a:extLst>
          </p:cNvPr>
          <p:cNvCxnSpPr>
            <a:cxnSpLocks/>
          </p:cNvCxnSpPr>
          <p:nvPr/>
        </p:nvCxnSpPr>
        <p:spPr>
          <a:xfrm flipH="1" flipV="1">
            <a:off x="2172399" y="2529631"/>
            <a:ext cx="83181" cy="466784"/>
          </a:xfrm>
          <a:prstGeom prst="line">
            <a:avLst/>
          </a:prstGeom>
          <a:ln w="3175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9" name="직선 연결선 558">
            <a:extLst>
              <a:ext uri="{FF2B5EF4-FFF2-40B4-BE49-F238E27FC236}">
                <a16:creationId xmlns:a16="http://schemas.microsoft.com/office/drawing/2014/main" id="{1AF49994-950C-FB04-539A-54D2449C468F}"/>
              </a:ext>
            </a:extLst>
          </p:cNvPr>
          <p:cNvCxnSpPr>
            <a:cxnSpLocks/>
          </p:cNvCxnSpPr>
          <p:nvPr/>
        </p:nvCxnSpPr>
        <p:spPr>
          <a:xfrm flipH="1" flipV="1">
            <a:off x="2214970" y="2529631"/>
            <a:ext cx="165852" cy="482650"/>
          </a:xfrm>
          <a:prstGeom prst="line">
            <a:avLst/>
          </a:prstGeom>
          <a:ln w="3175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2" name="직선 연결선 561">
            <a:extLst>
              <a:ext uri="{FF2B5EF4-FFF2-40B4-BE49-F238E27FC236}">
                <a16:creationId xmlns:a16="http://schemas.microsoft.com/office/drawing/2014/main" id="{F25C05D1-DEFC-7D4E-D0EA-31C16302E222}"/>
              </a:ext>
            </a:extLst>
          </p:cNvPr>
          <p:cNvCxnSpPr>
            <a:cxnSpLocks/>
          </p:cNvCxnSpPr>
          <p:nvPr/>
        </p:nvCxnSpPr>
        <p:spPr>
          <a:xfrm flipH="1" flipV="1">
            <a:off x="2261009" y="2529631"/>
            <a:ext cx="247446" cy="475508"/>
          </a:xfrm>
          <a:prstGeom prst="line">
            <a:avLst/>
          </a:prstGeom>
          <a:ln w="3175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9" name="직선 연결선 578">
            <a:extLst>
              <a:ext uri="{FF2B5EF4-FFF2-40B4-BE49-F238E27FC236}">
                <a16:creationId xmlns:a16="http://schemas.microsoft.com/office/drawing/2014/main" id="{99638A37-D62B-C22F-F916-8B9585B50644}"/>
              </a:ext>
            </a:extLst>
          </p:cNvPr>
          <p:cNvCxnSpPr>
            <a:cxnSpLocks/>
          </p:cNvCxnSpPr>
          <p:nvPr/>
        </p:nvCxnSpPr>
        <p:spPr>
          <a:xfrm flipV="1">
            <a:off x="2762461" y="2500327"/>
            <a:ext cx="92419" cy="499406"/>
          </a:xfrm>
          <a:prstGeom prst="line">
            <a:avLst/>
          </a:prstGeom>
          <a:ln w="3175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FA2D9360-9685-71B0-2C06-499149BD78E2}"/>
              </a:ext>
            </a:extLst>
          </p:cNvPr>
          <p:cNvSpPr txBox="1"/>
          <p:nvPr/>
        </p:nvSpPr>
        <p:spPr>
          <a:xfrm rot="5400000">
            <a:off x="961403" y="3370386"/>
            <a:ext cx="335809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00">
                <a:latin typeface="Arial" panose="020B0604020202020204" pitchFamily="34" charset="0"/>
                <a:cs typeface="Arial" panose="020B0604020202020204" pitchFamily="34" charset="0"/>
              </a:rPr>
              <a:t>WL</a:t>
            </a:r>
            <a:endParaRPr lang="ko-KR" altLang="en-US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F8F0651-08F3-44A4-9D42-DBA1562AEE0F}"/>
              </a:ext>
            </a:extLst>
          </p:cNvPr>
          <p:cNvSpPr txBox="1"/>
          <p:nvPr/>
        </p:nvSpPr>
        <p:spPr>
          <a:xfrm rot="5400000">
            <a:off x="961403" y="2940128"/>
            <a:ext cx="335809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00">
                <a:latin typeface="Arial" panose="020B0604020202020204" pitchFamily="34" charset="0"/>
                <a:cs typeface="Arial" panose="020B0604020202020204" pitchFamily="34" charset="0"/>
              </a:rPr>
              <a:t>WL</a:t>
            </a:r>
            <a:endParaRPr lang="ko-KR" altLang="en-US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1CF736D-F546-0177-CE4A-146908196265}"/>
              </a:ext>
            </a:extLst>
          </p:cNvPr>
          <p:cNvSpPr txBox="1"/>
          <p:nvPr/>
        </p:nvSpPr>
        <p:spPr>
          <a:xfrm rot="5400000">
            <a:off x="961403" y="2509871"/>
            <a:ext cx="335809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00" dirty="0">
                <a:latin typeface="Arial" panose="020B0604020202020204" pitchFamily="34" charset="0"/>
                <a:cs typeface="Arial" panose="020B0604020202020204" pitchFamily="34" charset="0"/>
              </a:rPr>
              <a:t>WL</a:t>
            </a:r>
            <a:endParaRPr lang="ko-KR" altLang="en-US" sz="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96027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3DBDD4-CBC6-200E-1584-D4168B12FA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1">
            <a:extLst>
              <a:ext uri="{FF2B5EF4-FFF2-40B4-BE49-F238E27FC236}">
                <a16:creationId xmlns:a16="http://schemas.microsoft.com/office/drawing/2014/main" id="{BAF59E11-8A4D-331F-B961-09440EF16E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</p:spPr>
        <p:txBody>
          <a:bodyPr/>
          <a:lstStyle/>
          <a:p>
            <a:r>
              <a:rPr lang="en-US" altLang="ko-KR" dirty="0"/>
              <a:t>Fig. 2</a:t>
            </a:r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17605C98-BA56-08F0-87C1-FA4C1C3729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3256" y="8090602"/>
            <a:ext cx="2045312" cy="1287993"/>
          </a:xfrm>
          <a:prstGeom prst="rect">
            <a:avLst/>
          </a:prstGeom>
        </p:spPr>
      </p:pic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5B07179D-A794-D432-1AF5-D5CFEBAC5A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2154376"/>
              </p:ext>
            </p:extLst>
          </p:nvPr>
        </p:nvGraphicFramePr>
        <p:xfrm>
          <a:off x="2319557" y="4045272"/>
          <a:ext cx="1104369" cy="111252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27459">
                  <a:extLst>
                    <a:ext uri="{9D8B030D-6E8A-4147-A177-3AD203B41FA5}">
                      <a16:colId xmlns:a16="http://schemas.microsoft.com/office/drawing/2014/main" val="1036565899"/>
                    </a:ext>
                  </a:extLst>
                </a:gridCol>
                <a:gridCol w="350317">
                  <a:extLst>
                    <a:ext uri="{9D8B030D-6E8A-4147-A177-3AD203B41FA5}">
                      <a16:colId xmlns:a16="http://schemas.microsoft.com/office/drawing/2014/main" val="1832300329"/>
                    </a:ext>
                  </a:extLst>
                </a:gridCol>
                <a:gridCol w="326593">
                  <a:extLst>
                    <a:ext uri="{9D8B030D-6E8A-4147-A177-3AD203B41FA5}">
                      <a16:colId xmlns:a16="http://schemas.microsoft.com/office/drawing/2014/main" val="1373664809"/>
                    </a:ext>
                  </a:extLst>
                </a:gridCol>
              </a:tblGrid>
              <a:tr h="199802">
                <a:tc gridSpan="3">
                  <a:txBody>
                    <a:bodyPr/>
                    <a:lstStyle/>
                    <a:p>
                      <a:pPr marL="0" marR="0" lvl="0" indent="0" algn="ctr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Trap Profile [8]</a:t>
                      </a:r>
                      <a:endParaRPr lang="ko-KR" altLang="en-US" sz="7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43176738"/>
                  </a:ext>
                </a:extLst>
              </a:tr>
              <a:tr h="228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</a:t>
                      </a:r>
                      <a:r>
                        <a:rPr lang="en-US" altLang="ko-KR" sz="600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t, shallow</a:t>
                      </a:r>
                      <a:endParaRPr lang="ko-KR" altLang="en-US" sz="600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0.84</a:t>
                      </a:r>
                      <a:endParaRPr lang="ko-KR" altLang="en-US" sz="7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[eV]</a:t>
                      </a:r>
                      <a:endParaRPr lang="ko-KR" altLang="en-US" sz="7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59166257"/>
                  </a:ext>
                </a:extLst>
              </a:tr>
              <a:tr h="228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σ</a:t>
                      </a:r>
                      <a:r>
                        <a:rPr lang="en-US" altLang="ko-KR" sz="600" baseline="-25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r>
                        <a:rPr lang="en-US" altLang="ko-KR" sz="600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shallow</a:t>
                      </a:r>
                      <a:endParaRPr lang="ko-KR" altLang="en-US" sz="600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0.2</a:t>
                      </a:r>
                      <a:endParaRPr lang="ko-KR" altLang="en-US" sz="7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[eV]</a:t>
                      </a:r>
                      <a:endParaRPr lang="ko-KR" altLang="en-US" sz="700" baseline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11089072"/>
                  </a:ext>
                </a:extLst>
              </a:tr>
              <a:tr h="228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</a:t>
                      </a:r>
                      <a:r>
                        <a:rPr lang="en-US" altLang="ko-KR" sz="600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t, deep</a:t>
                      </a:r>
                      <a:endParaRPr lang="ko-KR" altLang="en-US" sz="600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1.8</a:t>
                      </a:r>
                      <a:endParaRPr lang="ko-KR" altLang="en-US" sz="7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aseline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[eV]</a:t>
                      </a:r>
                      <a:endParaRPr lang="ko-KR" altLang="en-US" sz="700" baseline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21031779"/>
                  </a:ext>
                </a:extLst>
              </a:tr>
              <a:tr h="228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σ</a:t>
                      </a:r>
                      <a:r>
                        <a:rPr lang="en-US" altLang="ko-KR" sz="600" baseline="-25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r>
                        <a:rPr lang="en-US" altLang="ko-KR" sz="600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deep</a:t>
                      </a:r>
                      <a:endParaRPr lang="ko-KR" altLang="en-US" sz="600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ko-KR" altLang="en-US" sz="7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[eV]</a:t>
                      </a:r>
                      <a:endParaRPr lang="ko-KR" altLang="en-US" sz="700" baseline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33812994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CC39B739-D61D-A8B5-B665-EB04059027C7}"/>
              </a:ext>
            </a:extLst>
          </p:cNvPr>
          <p:cNvSpPr txBox="1"/>
          <p:nvPr/>
        </p:nvSpPr>
        <p:spPr>
          <a:xfrm>
            <a:off x="684634" y="5484178"/>
            <a:ext cx="36049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dirty="0">
                <a:latin typeface="Arial" panose="020B0604020202020204" pitchFamily="34" charset="0"/>
                <a:cs typeface="Arial" panose="020B0604020202020204" pitchFamily="34" charset="0"/>
              </a:rPr>
              <a:t>(b)</a:t>
            </a:r>
            <a:endParaRPr lang="ko-KR" altLang="en-US" sz="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2" name="개체 1">
            <a:extLst>
              <a:ext uri="{FF2B5EF4-FFF2-40B4-BE49-F238E27FC236}">
                <a16:creationId xmlns:a16="http://schemas.microsoft.com/office/drawing/2014/main" id="{FFBBF567-4CE9-BBCA-BFB1-7935533AED0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07995038"/>
              </p:ext>
            </p:extLst>
          </p:nvPr>
        </p:nvGraphicFramePr>
        <p:xfrm>
          <a:off x="1754707" y="5547691"/>
          <a:ext cx="1490637" cy="13095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3" imgW="4722409" imgH="2488474" progId="Origin50.Graph">
                  <p:embed/>
                </p:oleObj>
              </mc:Choice>
              <mc:Fallback>
                <p:oleObj name="Graph" r:id="rId3" imgW="4722409" imgH="2488474" progId="Origin50.Graph">
                  <p:embed/>
                  <p:pic>
                    <p:nvPicPr>
                      <p:cNvPr id="2" name="개체 1">
                        <a:extLst>
                          <a:ext uri="{FF2B5EF4-FFF2-40B4-BE49-F238E27FC236}">
                            <a16:creationId xmlns:a16="http://schemas.microsoft.com/office/drawing/2014/main" id="{1AC33133-8D65-1B94-57AA-17E0ABA7F4B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754707" y="5547691"/>
                        <a:ext cx="1490637" cy="13095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개체 5">
            <a:extLst>
              <a:ext uri="{FF2B5EF4-FFF2-40B4-BE49-F238E27FC236}">
                <a16:creationId xmlns:a16="http://schemas.microsoft.com/office/drawing/2014/main" id="{8085F340-FAEE-8561-CC64-7B8D9FCF1AC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57693473"/>
              </p:ext>
            </p:extLst>
          </p:nvPr>
        </p:nvGraphicFramePr>
        <p:xfrm>
          <a:off x="696036" y="5555602"/>
          <a:ext cx="1195151" cy="11238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5" imgW="6830479" imgH="2980257" progId="Origin50.Graph">
                  <p:embed/>
                </p:oleObj>
              </mc:Choice>
              <mc:Fallback>
                <p:oleObj name="Graph" r:id="rId5" imgW="6830479" imgH="2980257" progId="Origin50.Graph">
                  <p:embed/>
                  <p:pic>
                    <p:nvPicPr>
                      <p:cNvPr id="6" name="개체 5">
                        <a:extLst>
                          <a:ext uri="{FF2B5EF4-FFF2-40B4-BE49-F238E27FC236}">
                            <a16:creationId xmlns:a16="http://schemas.microsoft.com/office/drawing/2014/main" id="{017634A6-0E54-B13E-9486-AE982B67607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96036" y="5555602"/>
                        <a:ext cx="1195151" cy="112389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A75CDC15-8716-1555-EC79-B72E61FDAE35}"/>
              </a:ext>
            </a:extLst>
          </p:cNvPr>
          <p:cNvSpPr txBox="1"/>
          <p:nvPr/>
        </p:nvSpPr>
        <p:spPr>
          <a:xfrm>
            <a:off x="1905414" y="5484178"/>
            <a:ext cx="36049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dirty="0">
                <a:latin typeface="Arial" panose="020B0604020202020204" pitchFamily="34" charset="0"/>
                <a:cs typeface="Arial" panose="020B0604020202020204" pitchFamily="34" charset="0"/>
              </a:rPr>
              <a:t>(c)</a:t>
            </a:r>
            <a:endParaRPr lang="ko-KR" altLang="en-US" sz="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C378BE0-AB87-BF55-F88E-896A136FAD82}"/>
              </a:ext>
            </a:extLst>
          </p:cNvPr>
          <p:cNvSpPr txBox="1"/>
          <p:nvPr/>
        </p:nvSpPr>
        <p:spPr>
          <a:xfrm>
            <a:off x="537719" y="1954523"/>
            <a:ext cx="360492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b="1" dirty="0">
                <a:latin typeface="Arial" panose="020B0604020202020204" pitchFamily="34" charset="0"/>
                <a:cs typeface="Arial" panose="020B0604020202020204" pitchFamily="34" charset="0"/>
              </a:rPr>
              <a:t>(a)</a:t>
            </a:r>
            <a:endParaRPr lang="ko-KR" altLang="en-US" sz="7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1" name="TextBox 340">
            <a:extLst>
              <a:ext uri="{FF2B5EF4-FFF2-40B4-BE49-F238E27FC236}">
                <a16:creationId xmlns:a16="http://schemas.microsoft.com/office/drawing/2014/main" id="{C9C19EED-F9DE-8FF8-55E2-86BE953A543F}"/>
              </a:ext>
            </a:extLst>
          </p:cNvPr>
          <p:cNvSpPr txBox="1"/>
          <p:nvPr/>
        </p:nvSpPr>
        <p:spPr>
          <a:xfrm>
            <a:off x="471489" y="5265737"/>
            <a:ext cx="332519" cy="1987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b="1" dirty="0">
                <a:latin typeface="Arial" panose="020B0604020202020204" pitchFamily="34" charset="0"/>
                <a:cs typeface="Arial" panose="020B0604020202020204" pitchFamily="34" charset="0"/>
              </a:rPr>
              <a:t>(e)</a:t>
            </a:r>
            <a:endParaRPr lang="ko-KR" altLang="en-US" sz="7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66" name="개체 65">
            <a:extLst>
              <a:ext uri="{FF2B5EF4-FFF2-40B4-BE49-F238E27FC236}">
                <a16:creationId xmlns:a16="http://schemas.microsoft.com/office/drawing/2014/main" id="{53425263-3E34-2652-799F-E0AC3F4F1EC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21658377"/>
              </p:ext>
            </p:extLst>
          </p:nvPr>
        </p:nvGraphicFramePr>
        <p:xfrm>
          <a:off x="665582" y="2132255"/>
          <a:ext cx="2740025" cy="1063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7" imgW="6012550" imgH="2335684" progId="Origin50.Graph">
                  <p:embed/>
                </p:oleObj>
              </mc:Choice>
              <mc:Fallback>
                <p:oleObj name="Graph" r:id="rId7" imgW="6012550" imgH="2335684" progId="Origin50.Graph">
                  <p:embed/>
                  <p:pic>
                    <p:nvPicPr>
                      <p:cNvPr id="66" name="개체 65">
                        <a:extLst>
                          <a:ext uri="{FF2B5EF4-FFF2-40B4-BE49-F238E27FC236}">
                            <a16:creationId xmlns:a16="http://schemas.microsoft.com/office/drawing/2014/main" id="{53425263-3E34-2652-799F-E0AC3F4F1EC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65582" y="2132255"/>
                        <a:ext cx="2740025" cy="10636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CA2325B-9B44-51DF-304A-DB0DF2126C5A}"/>
                  </a:ext>
                </a:extLst>
              </p:cNvPr>
              <p:cNvSpPr txBox="1"/>
              <p:nvPr/>
            </p:nvSpPr>
            <p:spPr>
              <a:xfrm>
                <a:off x="1095523" y="2546011"/>
                <a:ext cx="1065102" cy="200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7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7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𝑒</m:t>
                        </m:r>
                      </m:e>
                      <m:sub>
                        <m:r>
                          <a:rPr lang="en-US" altLang="ko-KR" sz="7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𝑐h</m:t>
                        </m:r>
                      </m:sub>
                    </m:sSub>
                    <m:r>
                      <a:rPr lang="en-US" altLang="ko-KR" sz="7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sSub>
                      <m:sSubPr>
                        <m:ctrlPr>
                          <a:rPr lang="en-US" altLang="ko-KR" sz="7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7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𝜈</m:t>
                        </m:r>
                      </m:e>
                      <m:sub>
                        <m:r>
                          <a:rPr lang="en-US" altLang="ko-KR" sz="7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𝑐h</m:t>
                        </m:r>
                      </m:sub>
                    </m:sSub>
                    <m:r>
                      <a:rPr lang="en-US" altLang="ko-KR" sz="7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×</m:t>
                    </m:r>
                    <m:sSub>
                      <m:sSubPr>
                        <m:ctrlPr>
                          <a:rPr lang="en-US" altLang="ko-KR" sz="7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altLang="ko-KR" sz="7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dPr>
                          <m:e>
                            <m:r>
                              <a:rPr lang="en-US" altLang="ko-KR" sz="7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𝑇𝐶</m:t>
                            </m:r>
                          </m:e>
                        </m:d>
                      </m:e>
                      <m:sub>
                        <m:r>
                          <a:rPr lang="en-US" altLang="ko-KR" sz="7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𝑐h</m:t>
                        </m:r>
                      </m:sub>
                    </m:sSub>
                  </m:oMath>
                </a14:m>
                <a:r>
                  <a:rPr lang="ko-KR" altLang="en-US" sz="7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 panose="02020603050405020304" pitchFamily="18" charset="0"/>
                    <a:ea typeface="맑은 고딕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CA2325B-9B44-51DF-304A-DB0DF2126C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5523" y="2546011"/>
                <a:ext cx="1065102" cy="20005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FEF9A05-DF28-807E-52E7-393860474F16}"/>
                  </a:ext>
                </a:extLst>
              </p:cNvPr>
              <p:cNvSpPr txBox="1"/>
              <p:nvPr/>
            </p:nvSpPr>
            <p:spPr>
              <a:xfrm>
                <a:off x="2017744" y="2540322"/>
                <a:ext cx="1106459" cy="200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7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7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𝑒</m:t>
                        </m:r>
                      </m:e>
                      <m:sub>
                        <m:r>
                          <a:rPr lang="en-US" altLang="ko-KR" sz="7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𝑊𝐿</m:t>
                        </m:r>
                      </m:sub>
                    </m:sSub>
                    <m:r>
                      <a:rPr lang="en-US" altLang="ko-KR" sz="7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sSub>
                      <m:sSubPr>
                        <m:ctrlPr>
                          <a:rPr lang="en-US" altLang="ko-KR" sz="7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7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𝜈</m:t>
                        </m:r>
                      </m:e>
                      <m:sub>
                        <m:r>
                          <a:rPr lang="en-US" altLang="ko-KR" sz="7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𝑊𝐿</m:t>
                        </m:r>
                      </m:sub>
                    </m:sSub>
                    <m:r>
                      <a:rPr lang="en-US" altLang="ko-KR" sz="7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×</m:t>
                    </m:r>
                    <m:sSub>
                      <m:sSubPr>
                        <m:ctrlPr>
                          <a:rPr lang="en-US" altLang="ko-KR" sz="7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altLang="ko-KR" sz="7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dPr>
                          <m:e>
                            <m:r>
                              <a:rPr lang="en-US" altLang="ko-KR" sz="7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𝑇𝐶</m:t>
                            </m:r>
                          </m:e>
                        </m:d>
                      </m:e>
                      <m:sub>
                        <m:r>
                          <a:rPr lang="en-US" altLang="ko-KR" sz="7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𝑊𝐿</m:t>
                        </m:r>
                      </m:sub>
                    </m:sSub>
                  </m:oMath>
                </a14:m>
                <a:r>
                  <a:rPr lang="ko-KR" altLang="en-US" sz="7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 panose="02020603050405020304" pitchFamily="18" charset="0"/>
                    <a:ea typeface="맑은 고딕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FEF9A05-DF28-807E-52E7-393860474F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7744" y="2540322"/>
                <a:ext cx="1106459" cy="20005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곱하기 기호 11">
            <a:extLst>
              <a:ext uri="{FF2B5EF4-FFF2-40B4-BE49-F238E27FC236}">
                <a16:creationId xmlns:a16="http://schemas.microsoft.com/office/drawing/2014/main" id="{6E9F9247-568F-76BC-2660-6EFD3C8BAEA3}"/>
              </a:ext>
            </a:extLst>
          </p:cNvPr>
          <p:cNvSpPr/>
          <p:nvPr/>
        </p:nvSpPr>
        <p:spPr>
          <a:xfrm>
            <a:off x="1815675" y="2503836"/>
            <a:ext cx="108857" cy="108857"/>
          </a:xfrm>
          <a:prstGeom prst="mathMultiply">
            <a:avLst>
              <a:gd name="adj1" fmla="val 6378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/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379F0D7C-4733-8E5B-F0E5-404856AC1543}"/>
              </a:ext>
            </a:extLst>
          </p:cNvPr>
          <p:cNvCxnSpPr>
            <a:cxnSpLocks/>
          </p:cNvCxnSpPr>
          <p:nvPr/>
        </p:nvCxnSpPr>
        <p:spPr>
          <a:xfrm flipH="1">
            <a:off x="1082974" y="2558264"/>
            <a:ext cx="732701" cy="0"/>
          </a:xfrm>
          <a:prstGeom prst="straightConnector1">
            <a:avLst/>
          </a:prstGeom>
          <a:ln w="9525">
            <a:solidFill>
              <a:schemeClr val="tx1"/>
            </a:solidFill>
            <a:prstDash val="sysDash"/>
            <a:headEnd w="sm" len="med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9DC054B0-48B8-5D71-AABB-A023CF866E98}"/>
              </a:ext>
            </a:extLst>
          </p:cNvPr>
          <p:cNvCxnSpPr>
            <a:cxnSpLocks/>
          </p:cNvCxnSpPr>
          <p:nvPr/>
        </p:nvCxnSpPr>
        <p:spPr>
          <a:xfrm>
            <a:off x="1924532" y="2558264"/>
            <a:ext cx="1142516" cy="0"/>
          </a:xfrm>
          <a:prstGeom prst="straightConnector1">
            <a:avLst/>
          </a:prstGeom>
          <a:ln w="9525">
            <a:solidFill>
              <a:schemeClr val="tx1"/>
            </a:solidFill>
            <a:prstDash val="sysDash"/>
            <a:headEnd w="sm" len="med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3C379FFB-9D70-842C-D59F-669976DC5C58}"/>
              </a:ext>
            </a:extLst>
          </p:cNvPr>
          <p:cNvSpPr txBox="1"/>
          <p:nvPr/>
        </p:nvSpPr>
        <p:spPr>
          <a:xfrm>
            <a:off x="537719" y="3113950"/>
            <a:ext cx="360492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b="1" dirty="0">
                <a:latin typeface="Arial" panose="020B0604020202020204" pitchFamily="34" charset="0"/>
                <a:cs typeface="Arial" panose="020B0604020202020204" pitchFamily="34" charset="0"/>
              </a:rPr>
              <a:t>(b)</a:t>
            </a:r>
            <a:endParaRPr lang="ko-KR" altLang="en-US" sz="7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526C588-7931-6050-311F-BE73C1337BB8}"/>
              </a:ext>
            </a:extLst>
          </p:cNvPr>
          <p:cNvSpPr txBox="1"/>
          <p:nvPr/>
        </p:nvSpPr>
        <p:spPr>
          <a:xfrm>
            <a:off x="537719" y="3829828"/>
            <a:ext cx="360492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b="1" dirty="0">
                <a:latin typeface="Arial" panose="020B0604020202020204" pitchFamily="34" charset="0"/>
                <a:cs typeface="Arial" panose="020B0604020202020204" pitchFamily="34" charset="0"/>
              </a:rPr>
              <a:t>(c)</a:t>
            </a:r>
            <a:endParaRPr lang="ko-KR" altLang="en-US" sz="7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CACF45BC-BADE-6AA3-27B0-1ADDD0B2DD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4708730"/>
              </p:ext>
            </p:extLst>
          </p:nvPr>
        </p:nvGraphicFramePr>
        <p:xfrm>
          <a:off x="684634" y="4048576"/>
          <a:ext cx="1489020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3811">
                  <a:extLst>
                    <a:ext uri="{9D8B030D-6E8A-4147-A177-3AD203B41FA5}">
                      <a16:colId xmlns:a16="http://schemas.microsoft.com/office/drawing/2014/main" val="1036565899"/>
                    </a:ext>
                  </a:extLst>
                </a:gridCol>
                <a:gridCol w="656071">
                  <a:extLst>
                    <a:ext uri="{9D8B030D-6E8A-4147-A177-3AD203B41FA5}">
                      <a16:colId xmlns:a16="http://schemas.microsoft.com/office/drawing/2014/main" val="1832300329"/>
                    </a:ext>
                  </a:extLst>
                </a:gridCol>
                <a:gridCol w="479138">
                  <a:extLst>
                    <a:ext uri="{9D8B030D-6E8A-4147-A177-3AD203B41FA5}">
                      <a16:colId xmlns:a16="http://schemas.microsoft.com/office/drawing/2014/main" val="1373664809"/>
                    </a:ext>
                  </a:extLst>
                </a:gridCol>
              </a:tblGrid>
              <a:tr h="157897">
                <a:tc gridSpan="3">
                  <a:txBody>
                    <a:bodyPr/>
                    <a:lstStyle/>
                    <a:p>
                      <a:pPr algn="ctr"/>
                      <a:r>
                        <a:rPr lang="en-US" altLang="ko-KR" sz="7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TCAD parameter deck</a:t>
                      </a:r>
                      <a:endParaRPr lang="ko-KR" altLang="en-US" sz="7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45443854"/>
                  </a:ext>
                </a:extLst>
              </a:tr>
              <a:tr h="15789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aseline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μ</a:t>
                      </a:r>
                      <a:r>
                        <a:rPr lang="en-US" altLang="ko-KR" sz="600" baseline="-25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CTN</a:t>
                      </a:r>
                      <a:endParaRPr lang="ko-KR" altLang="en-US" sz="600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 [7]</a:t>
                      </a:r>
                      <a:endParaRPr lang="ko-KR" altLang="en-US" sz="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[cm</a:t>
                      </a:r>
                      <a:r>
                        <a:rPr lang="en-US" altLang="ko-KR" sz="600" baseline="30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US" altLang="ko-KR" sz="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/V·s]</a:t>
                      </a:r>
                      <a:endParaRPr lang="ko-KR" altLang="en-US" sz="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59166257"/>
                  </a:ext>
                </a:extLst>
              </a:tr>
              <a:tr h="15789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aseline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σ</a:t>
                      </a:r>
                      <a:r>
                        <a:rPr lang="en-US" altLang="ko-KR" sz="600" baseline="-25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endParaRPr lang="ko-KR" altLang="en-US" sz="600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1e-16 [7]</a:t>
                      </a:r>
                      <a:endParaRPr lang="ko-KR" altLang="en-US" sz="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</a:t>
                      </a:r>
                      <a:r>
                        <a:rPr lang="en-US" altLang="ko-KR" sz="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cm</a:t>
                      </a:r>
                      <a:r>
                        <a:rPr lang="en-US" altLang="ko-KR" sz="600" baseline="30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US" altLang="ko-KR" sz="6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]</a:t>
                      </a:r>
                      <a:endParaRPr lang="ko-KR" altLang="en-US" sz="600" baseline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11089072"/>
                  </a:ext>
                </a:extLst>
              </a:tr>
              <a:tr h="15789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aseline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ε</a:t>
                      </a:r>
                      <a:r>
                        <a:rPr lang="en-US" altLang="ko-KR" sz="600" baseline="-25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</a:t>
                      </a:r>
                      <a:r>
                        <a:rPr lang="en-US" altLang="ko-KR" sz="600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/N/O</a:t>
                      </a:r>
                      <a:endParaRPr lang="ko-KR" altLang="en-US" sz="600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3.9/7.5/3.9ε</a:t>
                      </a:r>
                      <a:r>
                        <a:rPr lang="en-US" altLang="ko-KR" sz="600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lang="en-US" altLang="ko-KR" sz="6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[8]</a:t>
                      </a:r>
                      <a:endParaRPr lang="ko-KR" altLang="en-US" sz="600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[F/cm]</a:t>
                      </a:r>
                      <a:endParaRPr lang="ko-KR" altLang="en-US" sz="600" baseline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21031779"/>
                  </a:ext>
                </a:extLst>
              </a:tr>
              <a:tr h="15789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aseline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r>
                        <a:rPr lang="en-US" altLang="ko-KR" sz="600" baseline="-25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</a:t>
                      </a:r>
                      <a:r>
                        <a:rPr lang="en-US" altLang="ko-KR" sz="600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/N/O</a:t>
                      </a:r>
                      <a:endParaRPr lang="ko-KR" altLang="en-US" sz="600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3/6/8</a:t>
                      </a:r>
                      <a:endParaRPr lang="ko-KR" altLang="en-US" sz="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[nm]</a:t>
                      </a:r>
                      <a:endParaRPr lang="ko-KR" altLang="en-US" sz="600" baseline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33812994"/>
                  </a:ext>
                </a:extLst>
              </a:tr>
              <a:tr h="15789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aseline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ΔV</a:t>
                      </a:r>
                      <a:r>
                        <a:rPr lang="en-US" altLang="ko-KR" sz="600" baseline="-25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endParaRPr lang="ko-KR" altLang="en-US" sz="600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1.8</a:t>
                      </a:r>
                      <a:endParaRPr lang="ko-KR" altLang="en-US" sz="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[V]</a:t>
                      </a:r>
                      <a:endParaRPr lang="ko-KR" altLang="en-US" sz="600" baseline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94336834"/>
                  </a:ext>
                </a:extLst>
              </a:tr>
            </a:tbl>
          </a:graphicData>
        </a:graphic>
      </p:graphicFrame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E2A6348E-CC66-FD55-6822-45DFE19DF298}"/>
              </a:ext>
            </a:extLst>
          </p:cNvPr>
          <p:cNvCxnSpPr>
            <a:cxnSpLocks/>
          </p:cNvCxnSpPr>
          <p:nvPr/>
        </p:nvCxnSpPr>
        <p:spPr>
          <a:xfrm>
            <a:off x="1063649" y="2351620"/>
            <a:ext cx="0" cy="382939"/>
          </a:xfrm>
          <a:prstGeom prst="straightConnector1">
            <a:avLst/>
          </a:prstGeom>
          <a:ln w="9525">
            <a:solidFill>
              <a:schemeClr val="tx1"/>
            </a:solidFill>
            <a:headEnd type="triangle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C8FD74A8-D3CD-2A79-AD7D-E87064AD8C20}"/>
              </a:ext>
            </a:extLst>
          </p:cNvPr>
          <p:cNvCxnSpPr>
            <a:cxnSpLocks/>
          </p:cNvCxnSpPr>
          <p:nvPr/>
        </p:nvCxnSpPr>
        <p:spPr>
          <a:xfrm>
            <a:off x="3106612" y="2405065"/>
            <a:ext cx="0" cy="434870"/>
          </a:xfrm>
          <a:prstGeom prst="straightConnector1">
            <a:avLst/>
          </a:prstGeom>
          <a:ln w="9525">
            <a:solidFill>
              <a:schemeClr val="tx1"/>
            </a:solidFill>
            <a:headEnd type="triangle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A4DB7892-606B-23B0-25E8-E57A8215B213}"/>
              </a:ext>
            </a:extLst>
          </p:cNvPr>
          <p:cNvCxnSpPr>
            <a:cxnSpLocks/>
          </p:cNvCxnSpPr>
          <p:nvPr/>
        </p:nvCxnSpPr>
        <p:spPr>
          <a:xfrm>
            <a:off x="1505637" y="2307433"/>
            <a:ext cx="0" cy="148963"/>
          </a:xfrm>
          <a:prstGeom prst="straightConnector1">
            <a:avLst/>
          </a:prstGeom>
          <a:ln w="9525">
            <a:solidFill>
              <a:schemeClr val="tx1"/>
            </a:solidFill>
            <a:headEnd type="triangle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29A03444-22CB-4B90-A6E7-22F01708330C}"/>
              </a:ext>
            </a:extLst>
          </p:cNvPr>
          <p:cNvSpPr txBox="1"/>
          <p:nvPr/>
        </p:nvSpPr>
        <p:spPr>
          <a:xfrm rot="16200000">
            <a:off x="733194" y="2398086"/>
            <a:ext cx="50316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dirty="0"/>
              <a:t>3.1 eV</a:t>
            </a:r>
            <a:endParaRPr lang="ko-KR" altLang="en-US" sz="800" baseline="-250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30A344F-31CB-1F32-D3DE-B161F56FC8F9}"/>
              </a:ext>
            </a:extLst>
          </p:cNvPr>
          <p:cNvSpPr txBox="1"/>
          <p:nvPr/>
        </p:nvSpPr>
        <p:spPr>
          <a:xfrm>
            <a:off x="1454008" y="2260422"/>
            <a:ext cx="50316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dirty="0"/>
              <a:t>1.0 eV</a:t>
            </a:r>
            <a:endParaRPr lang="ko-KR" altLang="en-US" sz="800" baseline="-250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409DF42-9093-A1A1-9D3A-322A34369849}"/>
              </a:ext>
            </a:extLst>
          </p:cNvPr>
          <p:cNvSpPr txBox="1"/>
          <p:nvPr/>
        </p:nvSpPr>
        <p:spPr>
          <a:xfrm rot="16200000">
            <a:off x="2914342" y="2506678"/>
            <a:ext cx="5709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dirty="0"/>
              <a:t>3.65 eV</a:t>
            </a:r>
            <a:endParaRPr lang="ko-KR" altLang="en-US" sz="800" baseline="-25000" dirty="0"/>
          </a:p>
        </p:txBody>
      </p: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8ED174BB-0D21-BFB9-EF88-98BFF28A978E}"/>
              </a:ext>
            </a:extLst>
          </p:cNvPr>
          <p:cNvGrpSpPr/>
          <p:nvPr/>
        </p:nvGrpSpPr>
        <p:grpSpPr>
          <a:xfrm>
            <a:off x="684634" y="3105282"/>
            <a:ext cx="1020918" cy="838653"/>
            <a:chOff x="1773808" y="3291829"/>
            <a:chExt cx="1020918" cy="838653"/>
          </a:xfrm>
        </p:grpSpPr>
        <p:grpSp>
          <p:nvGrpSpPr>
            <p:cNvPr id="39" name="그룹 38">
              <a:extLst>
                <a:ext uri="{FF2B5EF4-FFF2-40B4-BE49-F238E27FC236}">
                  <a16:creationId xmlns:a16="http://schemas.microsoft.com/office/drawing/2014/main" id="{5F9220A9-2AC0-3BC8-ACE5-6FC3458D527D}"/>
                </a:ext>
              </a:extLst>
            </p:cNvPr>
            <p:cNvGrpSpPr/>
            <p:nvPr/>
          </p:nvGrpSpPr>
          <p:grpSpPr>
            <a:xfrm>
              <a:off x="1773808" y="3291829"/>
              <a:ext cx="1020918" cy="838653"/>
              <a:chOff x="1194773" y="3291829"/>
              <a:chExt cx="1020918" cy="838653"/>
            </a:xfrm>
          </p:grpSpPr>
          <p:graphicFrame>
            <p:nvGraphicFramePr>
              <p:cNvPr id="34" name="개체 33">
                <a:extLst>
                  <a:ext uri="{FF2B5EF4-FFF2-40B4-BE49-F238E27FC236}">
                    <a16:creationId xmlns:a16="http://schemas.microsoft.com/office/drawing/2014/main" id="{32DB6798-4516-1212-D064-B5BCCDF489E7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901495951"/>
                  </p:ext>
                </p:extLst>
              </p:nvPr>
            </p:nvGraphicFramePr>
            <p:xfrm>
              <a:off x="1239681" y="3291829"/>
              <a:ext cx="939996" cy="83865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Graph" r:id="rId11" imgW="2032395" imgH="1812415" progId="Origin50.Graph">
                      <p:embed/>
                    </p:oleObj>
                  </mc:Choice>
                  <mc:Fallback>
                    <p:oleObj name="Graph" r:id="rId11" imgW="2032395" imgH="1812415" progId="Origin50.Graph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12"/>
                          <a:stretch>
                            <a:fillRect/>
                          </a:stretch>
                        </p:blipFill>
                        <p:spPr>
                          <a:xfrm>
                            <a:off x="1239681" y="3291829"/>
                            <a:ext cx="939996" cy="838653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cxnSp>
            <p:nvCxnSpPr>
              <p:cNvPr id="25" name="직선 화살표 연결선 24">
                <a:extLst>
                  <a:ext uri="{FF2B5EF4-FFF2-40B4-BE49-F238E27FC236}">
                    <a16:creationId xmlns:a16="http://schemas.microsoft.com/office/drawing/2014/main" id="{4D7A2743-1EB3-7279-A55E-50E052EECFF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94773" y="3987877"/>
                <a:ext cx="1020918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923994BD-F94A-7C41-450E-EBDF18DFB03C}"/>
                </a:ext>
              </a:extLst>
            </p:cNvPr>
            <p:cNvSpPr txBox="1"/>
            <p:nvPr/>
          </p:nvSpPr>
          <p:spPr>
            <a:xfrm>
              <a:off x="2452740" y="3847328"/>
              <a:ext cx="72136" cy="10772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en-US" altLang="ko-KR" sz="700" b="1" dirty="0" err="1"/>
                <a:t>n</a:t>
              </a:r>
              <a:r>
                <a:rPr lang="en-US" altLang="ko-KR" sz="700" b="1" baseline="-25000" dirty="0" err="1"/>
                <a:t>t</a:t>
              </a:r>
              <a:endParaRPr lang="ko-KR" altLang="en-US" sz="700" b="1" baseline="-25000" dirty="0"/>
            </a:p>
          </p:txBody>
        </p:sp>
        <p:cxnSp>
          <p:nvCxnSpPr>
            <p:cNvPr id="28" name="직선 화살표 연결선 27">
              <a:extLst>
                <a:ext uri="{FF2B5EF4-FFF2-40B4-BE49-F238E27FC236}">
                  <a16:creationId xmlns:a16="http://schemas.microsoft.com/office/drawing/2014/main" id="{2A2D6978-618F-27AB-667E-497F46FCFAD5}"/>
                </a:ext>
              </a:extLst>
            </p:cNvPr>
            <p:cNvCxnSpPr>
              <a:cxnSpLocks/>
            </p:cNvCxnSpPr>
            <p:nvPr/>
          </p:nvCxnSpPr>
          <p:spPr>
            <a:xfrm>
              <a:off x="1943584" y="3783875"/>
              <a:ext cx="629486" cy="0"/>
            </a:xfrm>
            <a:prstGeom prst="straightConnector1">
              <a:avLst/>
            </a:prstGeom>
            <a:ln w="9525">
              <a:solidFill>
                <a:schemeClr val="tx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B7C00377-887B-7B53-5E7A-C388903212D4}"/>
                </a:ext>
              </a:extLst>
            </p:cNvPr>
            <p:cNvSpPr txBox="1"/>
            <p:nvPr/>
          </p:nvSpPr>
          <p:spPr>
            <a:xfrm>
              <a:off x="2082150" y="3614384"/>
              <a:ext cx="407298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/>
                <a:t>t</a:t>
              </a:r>
              <a:r>
                <a:rPr lang="en-US" altLang="ko-KR" sz="800" baseline="-25000"/>
                <a:t>CTN</a:t>
              </a:r>
              <a:endParaRPr lang="ko-KR" altLang="en-US" sz="800" baseline="-25000" dirty="0"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F68E551C-DAE5-A5D6-47E5-878529F87F2E}"/>
              </a:ext>
            </a:extLst>
          </p:cNvPr>
          <p:cNvSpPr txBox="1"/>
          <p:nvPr/>
        </p:nvSpPr>
        <p:spPr>
          <a:xfrm>
            <a:off x="1769781" y="3325930"/>
            <a:ext cx="16541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00" dirty="0">
                <a:latin typeface="Arial" panose="020B0604020202020204" pitchFamily="34" charset="0"/>
                <a:cs typeface="Arial" panose="020B0604020202020204" pitchFamily="34" charset="0"/>
              </a:rPr>
              <a:t>Radial charge distribution modeled as [5], [6]</a:t>
            </a:r>
            <a:endParaRPr lang="ko-KR" alt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85606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1">
            <a:extLst>
              <a:ext uri="{FF2B5EF4-FFF2-40B4-BE49-F238E27FC236}">
                <a16:creationId xmlns:a16="http://schemas.microsoft.com/office/drawing/2014/main" id="{30A4816D-8366-D19E-BB79-F36BEDFC70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</p:spPr>
        <p:txBody>
          <a:bodyPr/>
          <a:lstStyle/>
          <a:p>
            <a:r>
              <a:rPr lang="en-US" altLang="ko-KR" dirty="0"/>
              <a:t>Fig. 3</a:t>
            </a:r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56D2634E-94A8-D896-51C9-F6AD15EA03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3256" y="8090602"/>
            <a:ext cx="2045312" cy="1287993"/>
          </a:xfrm>
          <a:prstGeom prst="rect">
            <a:avLst/>
          </a:prstGeom>
        </p:spPr>
      </p:pic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73FD4604-57CA-A9EF-41FA-D20245AC63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6657427"/>
              </p:ext>
            </p:extLst>
          </p:nvPr>
        </p:nvGraphicFramePr>
        <p:xfrm>
          <a:off x="4966814" y="3838582"/>
          <a:ext cx="1490637" cy="563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23862">
                  <a:extLst>
                    <a:ext uri="{9D8B030D-6E8A-4147-A177-3AD203B41FA5}">
                      <a16:colId xmlns:a16="http://schemas.microsoft.com/office/drawing/2014/main" val="1036565899"/>
                    </a:ext>
                  </a:extLst>
                </a:gridCol>
                <a:gridCol w="390501">
                  <a:extLst>
                    <a:ext uri="{9D8B030D-6E8A-4147-A177-3AD203B41FA5}">
                      <a16:colId xmlns:a16="http://schemas.microsoft.com/office/drawing/2014/main" val="1832300329"/>
                    </a:ext>
                  </a:extLst>
                </a:gridCol>
                <a:gridCol w="676274">
                  <a:extLst>
                    <a:ext uri="{9D8B030D-6E8A-4147-A177-3AD203B41FA5}">
                      <a16:colId xmlns:a16="http://schemas.microsoft.com/office/drawing/2014/main" val="1373664809"/>
                    </a:ext>
                  </a:extLst>
                </a:gridCol>
              </a:tblGrid>
              <a:tr h="14777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/>
                        <a:t> </a:t>
                      </a:r>
                      <a:r>
                        <a:rPr lang="el-GR" altLang="ko-KR" sz="700" dirty="0"/>
                        <a:t>μ</a:t>
                      </a:r>
                      <a:r>
                        <a:rPr lang="en-US" altLang="ko-KR" sz="700" dirty="0"/>
                        <a:t> [eV]</a:t>
                      </a:r>
                      <a:endParaRPr lang="ko-KR" altLang="en-US" sz="7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l-GR" altLang="ko-KR" sz="700" dirty="0"/>
                        <a:t>σ</a:t>
                      </a:r>
                      <a:r>
                        <a:rPr lang="en-US" altLang="ko-KR" sz="700" dirty="0"/>
                        <a:t> [eV]</a:t>
                      </a:r>
                      <a:endParaRPr lang="ko-KR" altLang="en-US" sz="7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err="1"/>
                        <a:t>N</a:t>
                      </a:r>
                      <a:r>
                        <a:rPr lang="en-US" altLang="ko-KR" sz="700" baseline="-25000" dirty="0" err="1"/>
                        <a:t>t</a:t>
                      </a:r>
                      <a:r>
                        <a:rPr lang="en-US" altLang="ko-KR" sz="700" dirty="0"/>
                        <a:t> [cm</a:t>
                      </a:r>
                      <a:r>
                        <a:rPr lang="en-US" altLang="ko-KR" sz="700" baseline="30000" dirty="0"/>
                        <a:t>-3</a:t>
                      </a:r>
                      <a:r>
                        <a:rPr lang="en-US" altLang="ko-KR" sz="700" dirty="0"/>
                        <a:t>]</a:t>
                      </a:r>
                      <a:endParaRPr lang="ko-KR" altLang="en-US" sz="7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591662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/>
                        <a:t>0.84</a:t>
                      </a:r>
                      <a:endParaRPr lang="ko-KR" altLang="en-US" sz="6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/>
                        <a:t>0.2</a:t>
                      </a:r>
                      <a:endParaRPr lang="ko-KR" altLang="en-US" sz="6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/>
                        <a:t>1.15 × 10</a:t>
                      </a:r>
                      <a:r>
                        <a:rPr lang="en-US" altLang="ko-KR" sz="600" baseline="30000" dirty="0"/>
                        <a:t>19</a:t>
                      </a:r>
                      <a:endParaRPr lang="ko-KR" altLang="en-US" sz="600" baseline="300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11089072"/>
                  </a:ext>
                </a:extLst>
              </a:tr>
              <a:tr h="13640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/>
                        <a:t>1.8</a:t>
                      </a:r>
                      <a:endParaRPr lang="ko-KR" altLang="en-US" sz="6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0.05</a:t>
                      </a:r>
                      <a:endParaRPr lang="ko-KR" altLang="en-US" sz="6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/>
                        <a:t>3.5 × 10</a:t>
                      </a:r>
                      <a:r>
                        <a:rPr lang="en-US" altLang="ko-KR" sz="600" baseline="30000" dirty="0"/>
                        <a:t>19</a:t>
                      </a:r>
                      <a:endParaRPr lang="ko-KR" altLang="en-US" sz="600" baseline="300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21031779"/>
                  </a:ext>
                </a:extLst>
              </a:tr>
            </a:tbl>
          </a:graphicData>
        </a:graphic>
      </p:graphicFrame>
      <p:pic>
        <p:nvPicPr>
          <p:cNvPr id="9" name="그림 8">
            <a:extLst>
              <a:ext uri="{FF2B5EF4-FFF2-40B4-BE49-F238E27FC236}">
                <a16:creationId xmlns:a16="http://schemas.microsoft.com/office/drawing/2014/main" id="{387C180F-2D19-7ED7-55A5-47A7347772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2635" y="1750234"/>
            <a:ext cx="2388358" cy="177401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CB1AD94-6D16-AB48-D166-299515E182A9}"/>
              </a:ext>
            </a:extLst>
          </p:cNvPr>
          <p:cNvSpPr txBox="1"/>
          <p:nvPr/>
        </p:nvSpPr>
        <p:spPr>
          <a:xfrm>
            <a:off x="684634" y="1750235"/>
            <a:ext cx="36049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dirty="0">
                <a:latin typeface="Arial" panose="020B0604020202020204" pitchFamily="34" charset="0"/>
                <a:cs typeface="Arial" panose="020B0604020202020204" pitchFamily="34" charset="0"/>
              </a:rPr>
              <a:t>(a)</a:t>
            </a:r>
            <a:endParaRPr lang="ko-KR" altLang="en-US" sz="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E2251A7E-50C6-A910-EB5D-2AC1D4B2CB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1474" y="4747078"/>
            <a:ext cx="2388358" cy="1845916"/>
          </a:xfrm>
          <a:prstGeom prst="rect">
            <a:avLst/>
          </a:prstGeom>
        </p:spPr>
      </p:pic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ACDF3827-1247-0463-99CA-E21F5622FB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0226587"/>
              </p:ext>
            </p:extLst>
          </p:nvPr>
        </p:nvGraphicFramePr>
        <p:xfrm>
          <a:off x="925646" y="1902778"/>
          <a:ext cx="1948193" cy="914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73768">
                  <a:extLst>
                    <a:ext uri="{9D8B030D-6E8A-4147-A177-3AD203B41FA5}">
                      <a16:colId xmlns:a16="http://schemas.microsoft.com/office/drawing/2014/main" val="2324715011"/>
                    </a:ext>
                  </a:extLst>
                </a:gridCol>
                <a:gridCol w="562065">
                  <a:extLst>
                    <a:ext uri="{9D8B030D-6E8A-4147-A177-3AD203B41FA5}">
                      <a16:colId xmlns:a16="http://schemas.microsoft.com/office/drawing/2014/main" val="3923219423"/>
                    </a:ext>
                  </a:extLst>
                </a:gridCol>
                <a:gridCol w="712360">
                  <a:extLst>
                    <a:ext uri="{9D8B030D-6E8A-4147-A177-3AD203B41FA5}">
                      <a16:colId xmlns:a16="http://schemas.microsoft.com/office/drawing/2014/main" val="295658311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TCAD Simulation</a:t>
                      </a:r>
                      <a:endParaRPr lang="ko-KR" altLang="en-US" sz="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Autonomous Model</a:t>
                      </a:r>
                      <a:endParaRPr lang="ko-KR" altLang="en-US" sz="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07604992"/>
                  </a:ext>
                </a:extLst>
              </a:tr>
              <a:tr h="14065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Computation dependency over time domain</a:t>
                      </a:r>
                      <a:endParaRPr lang="ko-KR" altLang="en-US" sz="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Every time step needed</a:t>
                      </a:r>
                      <a:endParaRPr lang="ko-KR" altLang="en-US" sz="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Independent of time domain</a:t>
                      </a:r>
                      <a:br>
                        <a:rPr lang="en-US" altLang="ko-KR" sz="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altLang="ko-KR" sz="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(only initial condition needed)</a:t>
                      </a:r>
                      <a:endParaRPr lang="ko-KR" altLang="en-US" sz="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4188012"/>
                  </a:ext>
                </a:extLst>
              </a:tr>
              <a:tr h="14065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Simulation time</a:t>
                      </a:r>
                      <a:endParaRPr lang="ko-KR" altLang="en-US" sz="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&gt; 10000 s</a:t>
                      </a:r>
                      <a:endParaRPr lang="ko-KR" altLang="en-US" sz="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&lt; 10 s</a:t>
                      </a:r>
                      <a:endParaRPr lang="ko-KR" altLang="en-US" sz="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29658787"/>
                  </a:ext>
                </a:extLst>
              </a:tr>
            </a:tbl>
          </a:graphicData>
        </a:graphic>
      </p:graphicFrame>
      <p:graphicFrame>
        <p:nvGraphicFramePr>
          <p:cNvPr id="11" name="개체 10">
            <a:extLst>
              <a:ext uri="{FF2B5EF4-FFF2-40B4-BE49-F238E27FC236}">
                <a16:creationId xmlns:a16="http://schemas.microsoft.com/office/drawing/2014/main" id="{45DCE902-A050-7E69-600D-ADDFB21A3BA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9738941"/>
              </p:ext>
            </p:extLst>
          </p:nvPr>
        </p:nvGraphicFramePr>
        <p:xfrm>
          <a:off x="1661610" y="3745073"/>
          <a:ext cx="1368826" cy="9667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4" imgW="6842908" imgH="4833106" progId="Origin50.Graph">
                  <p:embed/>
                </p:oleObj>
              </mc:Choice>
              <mc:Fallback>
                <p:oleObj name="Graph" r:id="rId4" imgW="6842908" imgH="4833106" progId="Origin50.Graph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661610" y="3745073"/>
                        <a:ext cx="1368826" cy="96675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개체 1">
            <a:extLst>
              <a:ext uri="{FF2B5EF4-FFF2-40B4-BE49-F238E27FC236}">
                <a16:creationId xmlns:a16="http://schemas.microsoft.com/office/drawing/2014/main" id="{BB03A6A1-3821-096C-9A54-669D85ABAA1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21784782"/>
              </p:ext>
            </p:extLst>
          </p:nvPr>
        </p:nvGraphicFramePr>
        <p:xfrm>
          <a:off x="621910" y="3745073"/>
          <a:ext cx="1368826" cy="9667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6" imgW="6842908" imgH="4833106" progId="Origin50.Graph">
                  <p:embed/>
                </p:oleObj>
              </mc:Choice>
              <mc:Fallback>
                <p:oleObj name="Graph" r:id="rId6" imgW="6842908" imgH="4833106" progId="Origin50.Graph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621910" y="3745073"/>
                        <a:ext cx="1368826" cy="96675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66E802A9-74FD-7888-C9ED-71EE57D06572}"/>
              </a:ext>
            </a:extLst>
          </p:cNvPr>
          <p:cNvSpPr txBox="1"/>
          <p:nvPr/>
        </p:nvSpPr>
        <p:spPr>
          <a:xfrm>
            <a:off x="660818" y="3688503"/>
            <a:ext cx="360492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b="1" dirty="0">
                <a:latin typeface="Arial" panose="020B0604020202020204" pitchFamily="34" charset="0"/>
                <a:cs typeface="Arial" panose="020B0604020202020204" pitchFamily="34" charset="0"/>
              </a:rPr>
              <a:t>(a)</a:t>
            </a:r>
            <a:endParaRPr lang="ko-KR" altLang="en-US" sz="7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81AD86-F09B-F4D0-5449-FA9C0A6D6076}"/>
              </a:ext>
            </a:extLst>
          </p:cNvPr>
          <p:cNvSpPr txBox="1"/>
          <p:nvPr/>
        </p:nvSpPr>
        <p:spPr>
          <a:xfrm>
            <a:off x="1881598" y="3688503"/>
            <a:ext cx="360492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b="1" dirty="0">
                <a:latin typeface="Arial" panose="020B0604020202020204" pitchFamily="34" charset="0"/>
                <a:cs typeface="Arial" panose="020B0604020202020204" pitchFamily="34" charset="0"/>
              </a:rPr>
              <a:t>(b)</a:t>
            </a:r>
            <a:endParaRPr lang="ko-KR" altLang="en-US" sz="7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화살표: 오른쪽 5">
            <a:extLst>
              <a:ext uri="{FF2B5EF4-FFF2-40B4-BE49-F238E27FC236}">
                <a16:creationId xmlns:a16="http://schemas.microsoft.com/office/drawing/2014/main" id="{E363D0B1-0782-3520-6E98-B6BAB3747122}"/>
              </a:ext>
            </a:extLst>
          </p:cNvPr>
          <p:cNvSpPr/>
          <p:nvPr/>
        </p:nvSpPr>
        <p:spPr>
          <a:xfrm rot="19517270">
            <a:off x="2444436" y="4020006"/>
            <a:ext cx="534272" cy="45719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12DA753-FFBE-F96B-E11F-E53FC4E95043}"/>
              </a:ext>
            </a:extLst>
          </p:cNvPr>
          <p:cNvSpPr txBox="1"/>
          <p:nvPr/>
        </p:nvSpPr>
        <p:spPr>
          <a:xfrm>
            <a:off x="2066766" y="4139636"/>
            <a:ext cx="81454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" dirty="0" err="1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altLang="ko-KR" sz="4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TOX</a:t>
            </a:r>
            <a:r>
              <a:rPr lang="ko-KR" altLang="en-US" sz="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altLang="ko-KR" sz="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ko-KR" sz="400" dirty="0">
                <a:latin typeface="Arial" panose="020B0604020202020204" pitchFamily="34" charset="0"/>
                <a:cs typeface="Arial" panose="020B0604020202020204" pitchFamily="34" charset="0"/>
              </a:rPr>
              <a:t>= 3, 3.5, 4, 4.5, 5 [nm]</a:t>
            </a:r>
            <a:endParaRPr lang="ko-KR" altLang="en-US" sz="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90065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테마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3069</TotalTime>
  <Words>359</Words>
  <Application>Microsoft Office PowerPoint</Application>
  <PresentationFormat>A4 용지(210x297mm)</PresentationFormat>
  <Paragraphs>133</Paragraphs>
  <Slides>4</Slides>
  <Notes>0</Notes>
  <HiddenSlides>0</HiddenSlides>
  <MMClips>0</MMClips>
  <ScaleCrop>false</ScaleCrop>
  <HeadingPairs>
    <vt:vector size="8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13" baseType="lpstr">
      <vt:lpstr>맑은 고딕</vt:lpstr>
      <vt:lpstr>Aptos</vt:lpstr>
      <vt:lpstr>Aptos Display</vt:lpstr>
      <vt:lpstr>Arial</vt:lpstr>
      <vt:lpstr>Calibri</vt:lpstr>
      <vt:lpstr>Cambria Math</vt:lpstr>
      <vt:lpstr>Times New Roman</vt:lpstr>
      <vt:lpstr>Office 테마</vt:lpstr>
      <vt:lpstr>Graph</vt:lpstr>
      <vt:lpstr>Modeling of Attempt-to-Escape Frequency: Tunneling Emission of Trapped Electrons in Tunneling Oxides of 3-D NAND Flash Memory</vt:lpstr>
      <vt:lpstr>Fig. 1</vt:lpstr>
      <vt:lpstr>Fig. 2</vt:lpstr>
      <vt:lpstr>Fig. 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MYUNG JIN</dc:creator>
  <cp:lastModifiedBy>MYUNG JIN</cp:lastModifiedBy>
  <cp:revision>30</cp:revision>
  <dcterms:created xsi:type="dcterms:W3CDTF">2024-12-18T11:05:27Z</dcterms:created>
  <dcterms:modified xsi:type="dcterms:W3CDTF">2026-05-07T02:41:45Z</dcterms:modified>
</cp:coreProperties>
</file>