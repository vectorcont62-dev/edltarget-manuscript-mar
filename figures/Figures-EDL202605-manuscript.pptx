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2094" y="-7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2026-05-07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.png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22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4.bin"/><Relationship Id="rId5" Type="http://schemas.openxmlformats.org/officeDocument/2006/relationships/oleObject" Target="../embeddings/oleObject2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5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4.emf"/><Relationship Id="rId4" Type="http://schemas.openxmlformats.org/officeDocument/2006/relationships/oleObject" Target="../embeddings/oleObject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52DC6FB-E78C-9B45-86A2-B5EA486DFFFF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F299125F-1750-1AB0-BD8D-769D46EEF0C2}"/>
                </a:ext>
              </a:extLst>
            </p:cNvPr>
            <p:cNvSpPr/>
            <p:nvPr/>
          </p:nvSpPr>
          <p:spPr>
            <a:xfrm>
              <a:off x="2128838" y="2090738"/>
              <a:ext cx="776287" cy="309562"/>
            </a:xfrm>
            <a:custGeom>
              <a:avLst/>
              <a:gdLst>
                <a:gd name="csX0" fmla="*/ 0 w 776287"/>
                <a:gd name="csY0" fmla="*/ 309562 h 309562"/>
                <a:gd name="csX1" fmla="*/ 0 w 776287"/>
                <a:gd name="csY1" fmla="*/ 161925 h 309562"/>
                <a:gd name="csX2" fmla="*/ 685800 w 776287"/>
                <a:gd name="csY2" fmla="*/ 238125 h 309562"/>
                <a:gd name="csX3" fmla="*/ 685800 w 776287"/>
                <a:gd name="csY3" fmla="*/ 0 h 309562"/>
                <a:gd name="csX4" fmla="*/ 776287 w 776287"/>
                <a:gd name="csY4" fmla="*/ 0 h 309562"/>
                <a:gd name="csX5" fmla="*/ 776287 w 776287"/>
                <a:gd name="csY5" fmla="*/ 304800 h 309562"/>
                <a:gd name="csX6" fmla="*/ 0 w 776287"/>
                <a:gd name="csY6" fmla="*/ 309562 h 309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76287" h="309562">
                  <a:moveTo>
                    <a:pt x="0" y="309562"/>
                  </a:moveTo>
                  <a:lnTo>
                    <a:pt x="0" y="161925"/>
                  </a:lnTo>
                  <a:lnTo>
                    <a:pt x="685800" y="238125"/>
                  </a:lnTo>
                  <a:lnTo>
                    <a:pt x="685800" y="0"/>
                  </a:lnTo>
                  <a:lnTo>
                    <a:pt x="776287" y="0"/>
                  </a:lnTo>
                  <a:lnTo>
                    <a:pt x="776287" y="304800"/>
                  </a:lnTo>
                  <a:lnTo>
                    <a:pt x="0" y="309562"/>
                  </a:lnTo>
                  <a:close/>
                </a:path>
              </a:pathLst>
            </a:custGeom>
            <a:solidFill>
              <a:srgbClr val="F1D36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EE53E30-3C7D-C6EA-4661-9633E6715C21}"/>
                </a:ext>
              </a:extLst>
            </p:cNvPr>
            <p:cNvGrpSpPr/>
            <p:nvPr/>
          </p:nvGrpSpPr>
          <p:grpSpPr>
            <a:xfrm>
              <a:off x="1337549" y="1906859"/>
              <a:ext cx="1731170" cy="1167341"/>
              <a:chOff x="1337549" y="1906859"/>
              <a:chExt cx="1731170" cy="1167341"/>
            </a:xfrm>
          </p:grpSpPr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26659" y="2092625"/>
                <a:ext cx="0" cy="981575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5007" y="2057400"/>
                <a:ext cx="0" cy="1008751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4533" y="2403460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2421390" y="2281509"/>
                <a:ext cx="7213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 dirty="0" err="1"/>
                  <a:t>n</a:t>
                </a:r>
                <a:r>
                  <a:rPr lang="en-US" altLang="ko-KR" sz="700" b="1" baseline="-25000" dirty="0" err="1"/>
                  <a:t>t</a:t>
                </a:r>
                <a:endParaRPr lang="ko-KR" altLang="en-US" sz="700" b="1" baseline="-25000" dirty="0"/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1337549" y="190685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5189" y="2166866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311925" y="1997375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69702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5705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1708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2337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7609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189444"/>
              </p:ext>
            </p:extLst>
          </p:nvPr>
        </p:nvGraphicFramePr>
        <p:xfrm>
          <a:off x="2266217" y="4045272"/>
          <a:ext cx="1104369" cy="11125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99802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aseline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7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9443614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7278495"/>
              </p:ext>
            </p:extLst>
          </p:nvPr>
        </p:nvGraphicFramePr>
        <p:xfrm>
          <a:off x="684634" y="4048576"/>
          <a:ext cx="148902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33683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929375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282160"/>
            <a:ext cx="7445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Radial charge distribution modeled as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717858"/>
              </p:ext>
            </p:extLst>
          </p:nvPr>
        </p:nvGraphicFramePr>
        <p:xfrm>
          <a:off x="2034801" y="3222965"/>
          <a:ext cx="1335785" cy="6561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99802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7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2281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7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738941"/>
              </p:ext>
            </p:extLst>
          </p:nvPr>
        </p:nvGraphicFramePr>
        <p:xfrm>
          <a:off x="16616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616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784782"/>
              </p:ext>
            </p:extLst>
          </p:nvPr>
        </p:nvGraphicFramePr>
        <p:xfrm>
          <a:off x="6219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6842908" imgH="4833106" progId="Origin50.Graph">
                  <p:embed/>
                </p:oleObj>
              </mc:Choice>
              <mc:Fallback>
                <p:oleObj name="Graph" r:id="rId6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6219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4444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0667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3091</TotalTime>
  <Words>384</Words>
  <Application>Microsoft Office PowerPoint</Application>
  <PresentationFormat>A4 용지(210x297mm)</PresentationFormat>
  <Paragraphs>140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32</cp:revision>
  <dcterms:created xsi:type="dcterms:W3CDTF">2024-12-18T11:05:27Z</dcterms:created>
  <dcterms:modified xsi:type="dcterms:W3CDTF">2026-05-07T10:13:47Z</dcterms:modified>
</cp:coreProperties>
</file>